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0"/>
  </p:notesMasterIdLst>
  <p:handoutMasterIdLst>
    <p:handoutMasterId r:id="rId81"/>
  </p:handoutMasterIdLst>
  <p:sldIdLst>
    <p:sldId id="316" r:id="rId2"/>
    <p:sldId id="321" r:id="rId3"/>
    <p:sldId id="457" r:id="rId4"/>
    <p:sldId id="353" r:id="rId5"/>
    <p:sldId id="417" r:id="rId6"/>
    <p:sldId id="318" r:id="rId7"/>
    <p:sldId id="323" r:id="rId8"/>
    <p:sldId id="326" r:id="rId9"/>
    <p:sldId id="324" r:id="rId10"/>
    <p:sldId id="460" r:id="rId11"/>
    <p:sldId id="335" r:id="rId12"/>
    <p:sldId id="333" r:id="rId13"/>
    <p:sldId id="329" r:id="rId14"/>
    <p:sldId id="411" r:id="rId15"/>
    <p:sldId id="461" r:id="rId16"/>
    <p:sldId id="337" r:id="rId17"/>
    <p:sldId id="336" r:id="rId18"/>
    <p:sldId id="412" r:id="rId19"/>
    <p:sldId id="340" r:id="rId20"/>
    <p:sldId id="338" r:id="rId21"/>
    <p:sldId id="339" r:id="rId22"/>
    <p:sldId id="420" r:id="rId23"/>
    <p:sldId id="421" r:id="rId24"/>
    <p:sldId id="374" r:id="rId25"/>
    <p:sldId id="341" r:id="rId26"/>
    <p:sldId id="422" r:id="rId27"/>
    <p:sldId id="423" r:id="rId28"/>
    <p:sldId id="343" r:id="rId29"/>
    <p:sldId id="331" r:id="rId30"/>
    <p:sldId id="418" r:id="rId31"/>
    <p:sldId id="332" r:id="rId32"/>
    <p:sldId id="426" r:id="rId33"/>
    <p:sldId id="369" r:id="rId34"/>
    <p:sldId id="350" r:id="rId35"/>
    <p:sldId id="427" r:id="rId36"/>
    <p:sldId id="428" r:id="rId37"/>
    <p:sldId id="429" r:id="rId38"/>
    <p:sldId id="430" r:id="rId39"/>
    <p:sldId id="431" r:id="rId40"/>
    <p:sldId id="432" r:id="rId41"/>
    <p:sldId id="433" r:id="rId42"/>
    <p:sldId id="434" r:id="rId43"/>
    <p:sldId id="435" r:id="rId44"/>
    <p:sldId id="436" r:id="rId45"/>
    <p:sldId id="437" r:id="rId46"/>
    <p:sldId id="450" r:id="rId47"/>
    <p:sldId id="439" r:id="rId48"/>
    <p:sldId id="459" r:id="rId49"/>
    <p:sldId id="442" r:id="rId50"/>
    <p:sldId id="443" r:id="rId51"/>
    <p:sldId id="444" r:id="rId52"/>
    <p:sldId id="445" r:id="rId53"/>
    <p:sldId id="440" r:id="rId54"/>
    <p:sldId id="441" r:id="rId55"/>
    <p:sldId id="446" r:id="rId56"/>
    <p:sldId id="447" r:id="rId57"/>
    <p:sldId id="449" r:id="rId58"/>
    <p:sldId id="455" r:id="rId59"/>
    <p:sldId id="389" r:id="rId60"/>
    <p:sldId id="355" r:id="rId61"/>
    <p:sldId id="392" r:id="rId62"/>
    <p:sldId id="393" r:id="rId63"/>
    <p:sldId id="394" r:id="rId64"/>
    <p:sldId id="451" r:id="rId65"/>
    <p:sldId id="467" r:id="rId66"/>
    <p:sldId id="452" r:id="rId67"/>
    <p:sldId id="462" r:id="rId68"/>
    <p:sldId id="463" r:id="rId69"/>
    <p:sldId id="464" r:id="rId70"/>
    <p:sldId id="465" r:id="rId71"/>
    <p:sldId id="398" r:id="rId72"/>
    <p:sldId id="401" r:id="rId73"/>
    <p:sldId id="456" r:id="rId74"/>
    <p:sldId id="466" r:id="rId75"/>
    <p:sldId id="403" r:id="rId76"/>
    <p:sldId id="354" r:id="rId77"/>
    <p:sldId id="458" r:id="rId78"/>
    <p:sldId id="408" r:id="rId79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" id="{E79BC29E-83E4-3E46-8058-CEAA82E6DA30}">
          <p14:sldIdLst>
            <p14:sldId id="316"/>
            <p14:sldId id="321"/>
            <p14:sldId id="457"/>
            <p14:sldId id="353"/>
            <p14:sldId id="417"/>
            <p14:sldId id="318"/>
            <p14:sldId id="323"/>
            <p14:sldId id="326"/>
            <p14:sldId id="324"/>
            <p14:sldId id="460"/>
            <p14:sldId id="335"/>
            <p14:sldId id="333"/>
            <p14:sldId id="329"/>
            <p14:sldId id="411"/>
            <p14:sldId id="461"/>
            <p14:sldId id="337"/>
            <p14:sldId id="336"/>
            <p14:sldId id="412"/>
            <p14:sldId id="340"/>
            <p14:sldId id="338"/>
            <p14:sldId id="339"/>
            <p14:sldId id="420"/>
            <p14:sldId id="421"/>
            <p14:sldId id="374"/>
            <p14:sldId id="341"/>
            <p14:sldId id="422"/>
            <p14:sldId id="423"/>
            <p14:sldId id="343"/>
            <p14:sldId id="331"/>
            <p14:sldId id="418"/>
            <p14:sldId id="332"/>
          </p14:sldIdLst>
        </p14:section>
        <p14:section name="Module 2" id="{A684BD42-54E2-A14E-9155-9E09B1ADDAB0}">
          <p14:sldIdLst>
            <p14:sldId id="426"/>
            <p14:sldId id="369"/>
            <p14:sldId id="350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50"/>
            <p14:sldId id="439"/>
            <p14:sldId id="459"/>
            <p14:sldId id="442"/>
            <p14:sldId id="443"/>
            <p14:sldId id="444"/>
            <p14:sldId id="445"/>
            <p14:sldId id="440"/>
            <p14:sldId id="441"/>
            <p14:sldId id="446"/>
            <p14:sldId id="447"/>
            <p14:sldId id="449"/>
          </p14:sldIdLst>
        </p14:section>
        <p14:section name="Module 3" id="{235A1B06-986F-2645-8902-26B300C72AE0}">
          <p14:sldIdLst>
            <p14:sldId id="455"/>
            <p14:sldId id="389"/>
            <p14:sldId id="355"/>
            <p14:sldId id="392"/>
            <p14:sldId id="393"/>
            <p14:sldId id="394"/>
            <p14:sldId id="451"/>
            <p14:sldId id="467"/>
            <p14:sldId id="452"/>
            <p14:sldId id="462"/>
            <p14:sldId id="463"/>
            <p14:sldId id="464"/>
            <p14:sldId id="465"/>
            <p14:sldId id="398"/>
            <p14:sldId id="401"/>
            <p14:sldId id="456"/>
            <p14:sldId id="466"/>
            <p14:sldId id="403"/>
            <p14:sldId id="354"/>
            <p14:sldId id="458"/>
            <p14:sldId id="40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0A0"/>
    <a:srgbClr val="13A89E"/>
    <a:srgbClr val="72B0AF"/>
    <a:srgbClr val="58B6C0"/>
    <a:srgbClr val="3494BA"/>
    <a:srgbClr val="FF9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01517-AF34-013C-7FC4-A9670BEA3E73}" v="12" dt="2024-05-23T14:28:56.5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3447" autoAdjust="0"/>
  </p:normalViewPr>
  <p:slideViewPr>
    <p:cSldViewPr snapToGrid="0">
      <p:cViewPr varScale="1">
        <p:scale>
          <a:sx n="77" d="100"/>
          <a:sy n="77" d="100"/>
        </p:scale>
        <p:origin x="138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8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#5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#6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752088-6172-4C93-95C3-09B5B10304FD}" type="doc">
      <dgm:prSet loTypeId="urn:microsoft.com/office/officeart/2008/layout/VerticalCurvedList" loCatId="matrix" qsTypeId="urn:microsoft.com/office/officeart/2005/8/quickstyle/simple1#1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C8E49A0C-94DD-47C5-9B8E-75CEE7EC2CEB}">
      <dgm:prSet/>
      <dgm:spPr/>
      <dgm:t>
        <a:bodyPr/>
        <a:lstStyle/>
        <a:p>
          <a:r>
            <a:rPr lang="en-US"/>
            <a:t>UNIX operating system</a:t>
          </a:r>
        </a:p>
      </dgm:t>
    </dgm:pt>
    <dgm:pt modelId="{036FCD4A-C04B-4403-A616-5DD32A284E81}" type="parTrans" cxnId="{DCEF4B7B-8F34-4A69-878B-47D627F5E3D4}">
      <dgm:prSet/>
      <dgm:spPr/>
      <dgm:t>
        <a:bodyPr/>
        <a:lstStyle/>
        <a:p>
          <a:endParaRPr lang="en-US"/>
        </a:p>
      </dgm:t>
    </dgm:pt>
    <dgm:pt modelId="{65E40681-3BA9-4DAB-B9A7-9A571C21F468}" type="sibTrans" cxnId="{DCEF4B7B-8F34-4A69-878B-47D627F5E3D4}">
      <dgm:prSet/>
      <dgm:spPr/>
      <dgm:t>
        <a:bodyPr/>
        <a:lstStyle/>
        <a:p>
          <a:endParaRPr lang="en-US"/>
        </a:p>
      </dgm:t>
    </dgm:pt>
    <dgm:pt modelId="{683AAE1A-F9B7-48D7-90A7-E69CE31785A3}">
      <dgm:prSet/>
      <dgm:spPr/>
      <dgm:t>
        <a:bodyPr/>
        <a:lstStyle/>
        <a:p>
          <a:r>
            <a:rPr lang="en-US" dirty="0"/>
            <a:t>File system structure</a:t>
          </a:r>
        </a:p>
      </dgm:t>
    </dgm:pt>
    <dgm:pt modelId="{888F3C53-1B81-4584-A6B7-2F4A765BC5DF}" type="parTrans" cxnId="{3F75A8D6-BACB-4EE5-A64A-73FFCC2B7FFC}">
      <dgm:prSet/>
      <dgm:spPr/>
      <dgm:t>
        <a:bodyPr/>
        <a:lstStyle/>
        <a:p>
          <a:endParaRPr lang="en-US"/>
        </a:p>
      </dgm:t>
    </dgm:pt>
    <dgm:pt modelId="{E5FDEC46-A763-415D-9111-F4DCB5B51F2C}" type="sibTrans" cxnId="{3F75A8D6-BACB-4EE5-A64A-73FFCC2B7FFC}">
      <dgm:prSet/>
      <dgm:spPr/>
      <dgm:t>
        <a:bodyPr/>
        <a:lstStyle/>
        <a:p>
          <a:endParaRPr lang="en-US"/>
        </a:p>
      </dgm:t>
    </dgm:pt>
    <dgm:pt modelId="{700542C3-8AEA-4C27-8584-43E6CF604E1F}">
      <dgm:prSet/>
      <dgm:spPr/>
      <dgm:t>
        <a:bodyPr/>
        <a:lstStyle/>
        <a:p>
          <a:r>
            <a:rPr lang="en-US"/>
            <a:t>File management </a:t>
          </a:r>
        </a:p>
      </dgm:t>
    </dgm:pt>
    <dgm:pt modelId="{04AA17A5-D782-4A65-A659-5D998D7EC199}" type="parTrans" cxnId="{9091C3F8-2A2C-4074-82B6-0B718AE2A551}">
      <dgm:prSet/>
      <dgm:spPr/>
      <dgm:t>
        <a:bodyPr/>
        <a:lstStyle/>
        <a:p>
          <a:endParaRPr lang="en-US"/>
        </a:p>
      </dgm:t>
    </dgm:pt>
    <dgm:pt modelId="{BFBF9498-3706-448C-B9D8-23DCB6A190BD}" type="sibTrans" cxnId="{9091C3F8-2A2C-4074-82B6-0B718AE2A551}">
      <dgm:prSet/>
      <dgm:spPr/>
      <dgm:t>
        <a:bodyPr/>
        <a:lstStyle/>
        <a:p>
          <a:endParaRPr lang="en-US"/>
        </a:p>
      </dgm:t>
    </dgm:pt>
    <dgm:pt modelId="{4DD6D865-DFE1-4C5C-92D1-FF00FF8F7BA6}">
      <dgm:prSet/>
      <dgm:spPr/>
      <dgm:t>
        <a:bodyPr/>
        <a:lstStyle/>
        <a:p>
          <a:r>
            <a:rPr lang="en-US" dirty="0"/>
            <a:t>Basic commands</a:t>
          </a:r>
        </a:p>
      </dgm:t>
    </dgm:pt>
    <dgm:pt modelId="{B7CC7F45-A64F-433C-9197-DDE94ACFC3AD}" type="sibTrans" cxnId="{996422E6-29B7-47D9-8E04-D428552141AA}">
      <dgm:prSet/>
      <dgm:spPr/>
      <dgm:t>
        <a:bodyPr/>
        <a:lstStyle/>
        <a:p>
          <a:endParaRPr lang="en-US"/>
        </a:p>
      </dgm:t>
    </dgm:pt>
    <dgm:pt modelId="{88370D79-9E7F-4AC3-993A-8D44F3CECA33}" type="parTrans" cxnId="{996422E6-29B7-47D9-8E04-D428552141AA}">
      <dgm:prSet/>
      <dgm:spPr/>
      <dgm:t>
        <a:bodyPr/>
        <a:lstStyle/>
        <a:p>
          <a:endParaRPr lang="en-US"/>
        </a:p>
      </dgm:t>
    </dgm:pt>
    <dgm:pt modelId="{F5B8B0A0-385A-BF42-9F13-853E2176F1AF}" type="pres">
      <dgm:prSet presAssocID="{E3752088-6172-4C93-95C3-09B5B10304FD}" presName="Name0" presStyleCnt="0">
        <dgm:presLayoutVars>
          <dgm:chMax val="7"/>
          <dgm:chPref val="7"/>
          <dgm:dir/>
        </dgm:presLayoutVars>
      </dgm:prSet>
      <dgm:spPr/>
    </dgm:pt>
    <dgm:pt modelId="{30FCC5C3-3A9C-5A42-B9EA-8EE8B37180D2}" type="pres">
      <dgm:prSet presAssocID="{E3752088-6172-4C93-95C3-09B5B10304FD}" presName="Name1" presStyleCnt="0"/>
      <dgm:spPr/>
    </dgm:pt>
    <dgm:pt modelId="{3F338A08-4AF6-B841-9536-B5457D778581}" type="pres">
      <dgm:prSet presAssocID="{E3752088-6172-4C93-95C3-09B5B10304FD}" presName="cycle" presStyleCnt="0"/>
      <dgm:spPr/>
    </dgm:pt>
    <dgm:pt modelId="{F888A8EB-8762-1442-AD78-445E61D1E690}" type="pres">
      <dgm:prSet presAssocID="{E3752088-6172-4C93-95C3-09B5B10304FD}" presName="srcNode" presStyleLbl="node1" presStyleIdx="0" presStyleCnt="4"/>
      <dgm:spPr/>
    </dgm:pt>
    <dgm:pt modelId="{37AEC9B5-E00C-394A-9CAD-273D8CCDD4E9}" type="pres">
      <dgm:prSet presAssocID="{E3752088-6172-4C93-95C3-09B5B10304FD}" presName="conn" presStyleLbl="parChTrans1D2" presStyleIdx="0" presStyleCnt="1"/>
      <dgm:spPr/>
    </dgm:pt>
    <dgm:pt modelId="{BAD0D57F-94C2-CD4D-A6FE-CA92675D6496}" type="pres">
      <dgm:prSet presAssocID="{E3752088-6172-4C93-95C3-09B5B10304FD}" presName="extraNode" presStyleLbl="node1" presStyleIdx="0" presStyleCnt="4"/>
      <dgm:spPr/>
    </dgm:pt>
    <dgm:pt modelId="{992D6E5C-D621-BB40-BBB1-BE76DCCDE2BB}" type="pres">
      <dgm:prSet presAssocID="{E3752088-6172-4C93-95C3-09B5B10304FD}" presName="dstNode" presStyleLbl="node1" presStyleIdx="0" presStyleCnt="4"/>
      <dgm:spPr/>
    </dgm:pt>
    <dgm:pt modelId="{E4A87509-75F4-6D44-A795-3D14AD66313C}" type="pres">
      <dgm:prSet presAssocID="{C8E49A0C-94DD-47C5-9B8E-75CEE7EC2CEB}" presName="text_1" presStyleLbl="node1" presStyleIdx="0" presStyleCnt="4">
        <dgm:presLayoutVars>
          <dgm:bulletEnabled val="1"/>
        </dgm:presLayoutVars>
      </dgm:prSet>
      <dgm:spPr/>
    </dgm:pt>
    <dgm:pt modelId="{9B49F79A-A4E0-1646-AB38-E03A9215F74B}" type="pres">
      <dgm:prSet presAssocID="{C8E49A0C-94DD-47C5-9B8E-75CEE7EC2CEB}" presName="accent_1" presStyleCnt="0"/>
      <dgm:spPr/>
    </dgm:pt>
    <dgm:pt modelId="{06897AB5-69C6-7F4E-8CFB-9574AE469F99}" type="pres">
      <dgm:prSet presAssocID="{C8E49A0C-94DD-47C5-9B8E-75CEE7EC2CEB}" presName="accentRepeatNode" presStyleLbl="solidFgAcc1" presStyleIdx="0" presStyleCnt="4"/>
      <dgm:spPr/>
    </dgm:pt>
    <dgm:pt modelId="{BEED42A9-3E21-9146-BF62-5CB43B43B982}" type="pres">
      <dgm:prSet presAssocID="{683AAE1A-F9B7-48D7-90A7-E69CE31785A3}" presName="text_2" presStyleLbl="node1" presStyleIdx="1" presStyleCnt="4">
        <dgm:presLayoutVars>
          <dgm:bulletEnabled val="1"/>
        </dgm:presLayoutVars>
      </dgm:prSet>
      <dgm:spPr/>
    </dgm:pt>
    <dgm:pt modelId="{4924B1B6-02FD-4747-8E96-64DB251E7387}" type="pres">
      <dgm:prSet presAssocID="{683AAE1A-F9B7-48D7-90A7-E69CE31785A3}" presName="accent_2" presStyleCnt="0"/>
      <dgm:spPr/>
    </dgm:pt>
    <dgm:pt modelId="{A2612371-1D8E-AB4E-B2EB-6256B4F36196}" type="pres">
      <dgm:prSet presAssocID="{683AAE1A-F9B7-48D7-90A7-E69CE31785A3}" presName="accentRepeatNode" presStyleLbl="solidFgAcc1" presStyleIdx="1" presStyleCnt="4"/>
      <dgm:spPr/>
    </dgm:pt>
    <dgm:pt modelId="{68612EE7-E741-344C-932A-53A34F324177}" type="pres">
      <dgm:prSet presAssocID="{700542C3-8AEA-4C27-8584-43E6CF604E1F}" presName="text_3" presStyleLbl="node1" presStyleIdx="2" presStyleCnt="4">
        <dgm:presLayoutVars>
          <dgm:bulletEnabled val="1"/>
        </dgm:presLayoutVars>
      </dgm:prSet>
      <dgm:spPr/>
    </dgm:pt>
    <dgm:pt modelId="{39963D88-C178-C744-AF12-6F81B111F840}" type="pres">
      <dgm:prSet presAssocID="{700542C3-8AEA-4C27-8584-43E6CF604E1F}" presName="accent_3" presStyleCnt="0"/>
      <dgm:spPr/>
    </dgm:pt>
    <dgm:pt modelId="{BD933512-8AC2-D244-B16B-5BECDD7C138B}" type="pres">
      <dgm:prSet presAssocID="{700542C3-8AEA-4C27-8584-43E6CF604E1F}" presName="accentRepeatNode" presStyleLbl="solidFgAcc1" presStyleIdx="2" presStyleCnt="4"/>
      <dgm:spPr/>
    </dgm:pt>
    <dgm:pt modelId="{CF5BA85A-913C-F442-ABFA-D7797569C0CA}" type="pres">
      <dgm:prSet presAssocID="{4DD6D865-DFE1-4C5C-92D1-FF00FF8F7BA6}" presName="text_4" presStyleLbl="node1" presStyleIdx="3" presStyleCnt="4">
        <dgm:presLayoutVars>
          <dgm:bulletEnabled val="1"/>
        </dgm:presLayoutVars>
      </dgm:prSet>
      <dgm:spPr/>
    </dgm:pt>
    <dgm:pt modelId="{CB57D86A-3C3B-5C42-9A8D-D2ABB1CBA22E}" type="pres">
      <dgm:prSet presAssocID="{4DD6D865-DFE1-4C5C-92D1-FF00FF8F7BA6}" presName="accent_4" presStyleCnt="0"/>
      <dgm:spPr/>
    </dgm:pt>
    <dgm:pt modelId="{B8CB90A0-E06C-B347-A4A2-C98ADDF48DA6}" type="pres">
      <dgm:prSet presAssocID="{4DD6D865-DFE1-4C5C-92D1-FF00FF8F7BA6}" presName="accentRepeatNode" presStyleLbl="solidFgAcc1" presStyleIdx="3" presStyleCnt="4"/>
      <dgm:spPr/>
    </dgm:pt>
  </dgm:ptLst>
  <dgm:cxnLst>
    <dgm:cxn modelId="{1D0C3003-3009-3F4C-82AE-E556EE790E44}" type="presOf" srcId="{683AAE1A-F9B7-48D7-90A7-E69CE31785A3}" destId="{BEED42A9-3E21-9146-BF62-5CB43B43B982}" srcOrd="0" destOrd="0" presId="urn:microsoft.com/office/officeart/2008/layout/VerticalCurvedList"/>
    <dgm:cxn modelId="{4398EC22-5B5F-EA46-820C-21D217802A6F}" type="presOf" srcId="{C8E49A0C-94DD-47C5-9B8E-75CEE7EC2CEB}" destId="{E4A87509-75F4-6D44-A795-3D14AD66313C}" srcOrd="0" destOrd="0" presId="urn:microsoft.com/office/officeart/2008/layout/VerticalCurvedList"/>
    <dgm:cxn modelId="{A7014844-2143-3041-8CDA-4361C3546333}" type="presOf" srcId="{65E40681-3BA9-4DAB-B9A7-9A571C21F468}" destId="{37AEC9B5-E00C-394A-9CAD-273D8CCDD4E9}" srcOrd="0" destOrd="0" presId="urn:microsoft.com/office/officeart/2008/layout/VerticalCurvedList"/>
    <dgm:cxn modelId="{34C1A66C-C8D3-644E-9165-80B8AB36000C}" type="presOf" srcId="{E3752088-6172-4C93-95C3-09B5B10304FD}" destId="{F5B8B0A0-385A-BF42-9F13-853E2176F1AF}" srcOrd="0" destOrd="0" presId="urn:microsoft.com/office/officeart/2008/layout/VerticalCurvedList"/>
    <dgm:cxn modelId="{93476B55-CC65-AB46-AF5E-3CF7C3EF6442}" type="presOf" srcId="{700542C3-8AEA-4C27-8584-43E6CF604E1F}" destId="{68612EE7-E741-344C-932A-53A34F324177}" srcOrd="0" destOrd="0" presId="urn:microsoft.com/office/officeart/2008/layout/VerticalCurvedList"/>
    <dgm:cxn modelId="{DCEF4B7B-8F34-4A69-878B-47D627F5E3D4}" srcId="{E3752088-6172-4C93-95C3-09B5B10304FD}" destId="{C8E49A0C-94DD-47C5-9B8E-75CEE7EC2CEB}" srcOrd="0" destOrd="0" parTransId="{036FCD4A-C04B-4403-A616-5DD32A284E81}" sibTransId="{65E40681-3BA9-4DAB-B9A7-9A571C21F468}"/>
    <dgm:cxn modelId="{2871368E-3E83-4A42-B35F-30512789D2E7}" type="presOf" srcId="{4DD6D865-DFE1-4C5C-92D1-FF00FF8F7BA6}" destId="{CF5BA85A-913C-F442-ABFA-D7797569C0CA}" srcOrd="0" destOrd="0" presId="urn:microsoft.com/office/officeart/2008/layout/VerticalCurvedList"/>
    <dgm:cxn modelId="{3F75A8D6-BACB-4EE5-A64A-73FFCC2B7FFC}" srcId="{E3752088-6172-4C93-95C3-09B5B10304FD}" destId="{683AAE1A-F9B7-48D7-90A7-E69CE31785A3}" srcOrd="1" destOrd="0" parTransId="{888F3C53-1B81-4584-A6B7-2F4A765BC5DF}" sibTransId="{E5FDEC46-A763-415D-9111-F4DCB5B51F2C}"/>
    <dgm:cxn modelId="{996422E6-29B7-47D9-8E04-D428552141AA}" srcId="{E3752088-6172-4C93-95C3-09B5B10304FD}" destId="{4DD6D865-DFE1-4C5C-92D1-FF00FF8F7BA6}" srcOrd="3" destOrd="0" parTransId="{88370D79-9E7F-4AC3-993A-8D44F3CECA33}" sibTransId="{B7CC7F45-A64F-433C-9197-DDE94ACFC3AD}"/>
    <dgm:cxn modelId="{9091C3F8-2A2C-4074-82B6-0B718AE2A551}" srcId="{E3752088-6172-4C93-95C3-09B5B10304FD}" destId="{700542C3-8AEA-4C27-8584-43E6CF604E1F}" srcOrd="2" destOrd="0" parTransId="{04AA17A5-D782-4A65-A659-5D998D7EC199}" sibTransId="{BFBF9498-3706-448C-B9D8-23DCB6A190BD}"/>
    <dgm:cxn modelId="{26CC4A75-4BC7-4541-9761-159A99FB241F}" type="presParOf" srcId="{F5B8B0A0-385A-BF42-9F13-853E2176F1AF}" destId="{30FCC5C3-3A9C-5A42-B9EA-8EE8B37180D2}" srcOrd="0" destOrd="0" presId="urn:microsoft.com/office/officeart/2008/layout/VerticalCurvedList"/>
    <dgm:cxn modelId="{EBD1DDBC-2204-7F45-BCC8-DB08641BA71A}" type="presParOf" srcId="{30FCC5C3-3A9C-5A42-B9EA-8EE8B37180D2}" destId="{3F338A08-4AF6-B841-9536-B5457D778581}" srcOrd="0" destOrd="0" presId="urn:microsoft.com/office/officeart/2008/layout/VerticalCurvedList"/>
    <dgm:cxn modelId="{BA1EE4B2-B0ED-0F42-992F-063AF0785211}" type="presParOf" srcId="{3F338A08-4AF6-B841-9536-B5457D778581}" destId="{F888A8EB-8762-1442-AD78-445E61D1E690}" srcOrd="0" destOrd="0" presId="urn:microsoft.com/office/officeart/2008/layout/VerticalCurvedList"/>
    <dgm:cxn modelId="{FAA92B8E-07CB-6C45-9D1E-F91240EE8514}" type="presParOf" srcId="{3F338A08-4AF6-B841-9536-B5457D778581}" destId="{37AEC9B5-E00C-394A-9CAD-273D8CCDD4E9}" srcOrd="1" destOrd="0" presId="urn:microsoft.com/office/officeart/2008/layout/VerticalCurvedList"/>
    <dgm:cxn modelId="{DA016707-8F6F-8543-85B4-5CBBEA65639F}" type="presParOf" srcId="{3F338A08-4AF6-B841-9536-B5457D778581}" destId="{BAD0D57F-94C2-CD4D-A6FE-CA92675D6496}" srcOrd="2" destOrd="0" presId="urn:microsoft.com/office/officeart/2008/layout/VerticalCurvedList"/>
    <dgm:cxn modelId="{98E688E5-CC14-8F4F-8EBE-EE516EA6BB3D}" type="presParOf" srcId="{3F338A08-4AF6-B841-9536-B5457D778581}" destId="{992D6E5C-D621-BB40-BBB1-BE76DCCDE2BB}" srcOrd="3" destOrd="0" presId="urn:microsoft.com/office/officeart/2008/layout/VerticalCurvedList"/>
    <dgm:cxn modelId="{9C7CE74D-D918-FB4F-925A-498A884DAA71}" type="presParOf" srcId="{30FCC5C3-3A9C-5A42-B9EA-8EE8B37180D2}" destId="{E4A87509-75F4-6D44-A795-3D14AD66313C}" srcOrd="1" destOrd="0" presId="urn:microsoft.com/office/officeart/2008/layout/VerticalCurvedList"/>
    <dgm:cxn modelId="{F75BA7FC-5730-5F4D-A409-760126D40B9E}" type="presParOf" srcId="{30FCC5C3-3A9C-5A42-B9EA-8EE8B37180D2}" destId="{9B49F79A-A4E0-1646-AB38-E03A9215F74B}" srcOrd="2" destOrd="0" presId="urn:microsoft.com/office/officeart/2008/layout/VerticalCurvedList"/>
    <dgm:cxn modelId="{1DF6BE9D-506F-A147-87BF-3CDF3DE06966}" type="presParOf" srcId="{9B49F79A-A4E0-1646-AB38-E03A9215F74B}" destId="{06897AB5-69C6-7F4E-8CFB-9574AE469F99}" srcOrd="0" destOrd="0" presId="urn:microsoft.com/office/officeart/2008/layout/VerticalCurvedList"/>
    <dgm:cxn modelId="{8AF56B94-6646-B24E-9E61-5CBEF743A7D9}" type="presParOf" srcId="{30FCC5C3-3A9C-5A42-B9EA-8EE8B37180D2}" destId="{BEED42A9-3E21-9146-BF62-5CB43B43B982}" srcOrd="3" destOrd="0" presId="urn:microsoft.com/office/officeart/2008/layout/VerticalCurvedList"/>
    <dgm:cxn modelId="{47525DD0-7AE4-1D4C-AB05-76118A372F3E}" type="presParOf" srcId="{30FCC5C3-3A9C-5A42-B9EA-8EE8B37180D2}" destId="{4924B1B6-02FD-4747-8E96-64DB251E7387}" srcOrd="4" destOrd="0" presId="urn:microsoft.com/office/officeart/2008/layout/VerticalCurvedList"/>
    <dgm:cxn modelId="{E61415BE-BF08-F24E-91E3-E49001748377}" type="presParOf" srcId="{4924B1B6-02FD-4747-8E96-64DB251E7387}" destId="{A2612371-1D8E-AB4E-B2EB-6256B4F36196}" srcOrd="0" destOrd="0" presId="urn:microsoft.com/office/officeart/2008/layout/VerticalCurvedList"/>
    <dgm:cxn modelId="{52FD88C0-FE3F-B342-A192-0FACE2CE8422}" type="presParOf" srcId="{30FCC5C3-3A9C-5A42-B9EA-8EE8B37180D2}" destId="{68612EE7-E741-344C-932A-53A34F324177}" srcOrd="5" destOrd="0" presId="urn:microsoft.com/office/officeart/2008/layout/VerticalCurvedList"/>
    <dgm:cxn modelId="{549D61E8-2DF1-BE44-8C71-47E03F664C3C}" type="presParOf" srcId="{30FCC5C3-3A9C-5A42-B9EA-8EE8B37180D2}" destId="{39963D88-C178-C744-AF12-6F81B111F840}" srcOrd="6" destOrd="0" presId="urn:microsoft.com/office/officeart/2008/layout/VerticalCurvedList"/>
    <dgm:cxn modelId="{6CA1051D-7C28-A245-AAD8-93CC85A575FF}" type="presParOf" srcId="{39963D88-C178-C744-AF12-6F81B111F840}" destId="{BD933512-8AC2-D244-B16B-5BECDD7C138B}" srcOrd="0" destOrd="0" presId="urn:microsoft.com/office/officeart/2008/layout/VerticalCurvedList"/>
    <dgm:cxn modelId="{4AA402A4-3387-AD49-B974-1883DCA2636E}" type="presParOf" srcId="{30FCC5C3-3A9C-5A42-B9EA-8EE8B37180D2}" destId="{CF5BA85A-913C-F442-ABFA-D7797569C0CA}" srcOrd="7" destOrd="0" presId="urn:microsoft.com/office/officeart/2008/layout/VerticalCurvedList"/>
    <dgm:cxn modelId="{8D164229-BF17-4242-9251-0E0C731F1205}" type="presParOf" srcId="{30FCC5C3-3A9C-5A42-B9EA-8EE8B37180D2}" destId="{CB57D86A-3C3B-5C42-9A8D-D2ABB1CBA22E}" srcOrd="8" destOrd="0" presId="urn:microsoft.com/office/officeart/2008/layout/VerticalCurvedList"/>
    <dgm:cxn modelId="{D99F11B0-548C-6941-85A6-C6F02ADA36F3}" type="presParOf" srcId="{CB57D86A-3C3B-5C42-9A8D-D2ABB1CBA22E}" destId="{B8CB90A0-E06C-B347-A4A2-C98ADDF48DA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27CE18-3A23-2040-AC8A-04B542B12216}" type="doc">
      <dgm:prSet loTypeId="urn:microsoft.com/office/officeart/2008/layout/HorizontalMultiLevelHierarchy" loCatId="" qsTypeId="urn:microsoft.com/office/officeart/2005/8/quickstyle/simple1#2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A78CC315-D0B6-A545-8C88-1787318AE8CE}">
      <dgm:prSet phldrT="[Text]" custT="1"/>
      <dgm:spPr/>
      <dgm:t>
        <a:bodyPr/>
        <a:lstStyle/>
        <a:p>
          <a:r>
            <a:rPr lang="en-US" sz="1200"/>
            <a:t>/</a:t>
          </a:r>
        </a:p>
      </dgm:t>
    </dgm:pt>
    <dgm:pt modelId="{6F75A611-3934-694A-AE0C-C6EB8D5355B2}" type="parTrans" cxnId="{D2613EDC-40FB-7B48-ABDE-C987F1AC666D}">
      <dgm:prSet/>
      <dgm:spPr/>
      <dgm:t>
        <a:bodyPr/>
        <a:lstStyle/>
        <a:p>
          <a:endParaRPr lang="en-US" sz="1200"/>
        </a:p>
      </dgm:t>
    </dgm:pt>
    <dgm:pt modelId="{AE47B4B3-F0FB-2142-88FD-0E9140F07F1B}" type="sibTrans" cxnId="{D2613EDC-40FB-7B48-ABDE-C987F1AC666D}">
      <dgm:prSet/>
      <dgm:spPr/>
      <dgm:t>
        <a:bodyPr/>
        <a:lstStyle/>
        <a:p>
          <a:endParaRPr lang="en-US" sz="1200"/>
        </a:p>
      </dgm:t>
    </dgm:pt>
    <dgm:pt modelId="{EC0375BF-8F40-AD4A-AE2B-B69CB00AAB0E}">
      <dgm:prSet phldrT="[Text]" custT="1"/>
      <dgm:spPr/>
      <dgm:t>
        <a:bodyPr/>
        <a:lstStyle/>
        <a:p>
          <a:r>
            <a:rPr lang="en-US" sz="1200"/>
            <a:t>bin</a:t>
          </a:r>
        </a:p>
      </dgm:t>
    </dgm:pt>
    <dgm:pt modelId="{F00C6969-8518-0943-95A0-48F5C16CF853}" type="parTrans" cxnId="{DA5B4411-5CFA-814D-8CA1-CD33FEE45DBF}">
      <dgm:prSet/>
      <dgm:spPr/>
      <dgm:t>
        <a:bodyPr/>
        <a:lstStyle/>
        <a:p>
          <a:endParaRPr lang="en-US" sz="1200"/>
        </a:p>
      </dgm:t>
    </dgm:pt>
    <dgm:pt modelId="{36D7A4E5-F346-6143-AC7C-D3E6950A8221}" type="sibTrans" cxnId="{DA5B4411-5CFA-814D-8CA1-CD33FEE45DBF}">
      <dgm:prSet/>
      <dgm:spPr/>
      <dgm:t>
        <a:bodyPr/>
        <a:lstStyle/>
        <a:p>
          <a:endParaRPr lang="en-US" sz="1200"/>
        </a:p>
      </dgm:t>
    </dgm:pt>
    <dgm:pt modelId="{FD483437-EECA-2C48-8B7F-CF032CE9A1CF}">
      <dgm:prSet phldrT="[Text]" custT="1"/>
      <dgm:spPr/>
      <dgm:t>
        <a:bodyPr/>
        <a:lstStyle/>
        <a:p>
          <a:r>
            <a:rPr lang="en-US" sz="1200"/>
            <a:t>dev</a:t>
          </a:r>
        </a:p>
      </dgm:t>
    </dgm:pt>
    <dgm:pt modelId="{CDAF50E0-3C9C-7C44-BAC3-0814CEBD7842}" type="parTrans" cxnId="{4237D5C5-9128-8A4A-8F12-B6DF2C94B1F2}">
      <dgm:prSet/>
      <dgm:spPr/>
      <dgm:t>
        <a:bodyPr/>
        <a:lstStyle/>
        <a:p>
          <a:endParaRPr lang="en-US" sz="1200"/>
        </a:p>
      </dgm:t>
    </dgm:pt>
    <dgm:pt modelId="{5DFD88AE-4E7B-B749-AA89-2C00F127E5C1}" type="sibTrans" cxnId="{4237D5C5-9128-8A4A-8F12-B6DF2C94B1F2}">
      <dgm:prSet/>
      <dgm:spPr/>
      <dgm:t>
        <a:bodyPr/>
        <a:lstStyle/>
        <a:p>
          <a:endParaRPr lang="en-US" sz="1200"/>
        </a:p>
      </dgm:t>
    </dgm:pt>
    <dgm:pt modelId="{E29845D4-9ACE-4247-B492-A4F375688D84}">
      <dgm:prSet phldrT="[Text]" custT="1"/>
      <dgm:spPr/>
      <dgm:t>
        <a:bodyPr/>
        <a:lstStyle/>
        <a:p>
          <a:r>
            <a:rPr lang="en-US" sz="1200"/>
            <a:t>etc</a:t>
          </a:r>
        </a:p>
      </dgm:t>
    </dgm:pt>
    <dgm:pt modelId="{79128397-EE17-6C4C-95EE-D6F65CE2C8B7}" type="parTrans" cxnId="{868D6388-23D7-3F48-B1A4-4B32B70FAC78}">
      <dgm:prSet/>
      <dgm:spPr/>
      <dgm:t>
        <a:bodyPr/>
        <a:lstStyle/>
        <a:p>
          <a:endParaRPr lang="en-US" sz="1200"/>
        </a:p>
      </dgm:t>
    </dgm:pt>
    <dgm:pt modelId="{6D8AF9E7-4512-9E4F-9298-DEB5993B181E}" type="sibTrans" cxnId="{868D6388-23D7-3F48-B1A4-4B32B70FAC78}">
      <dgm:prSet/>
      <dgm:spPr/>
      <dgm:t>
        <a:bodyPr/>
        <a:lstStyle/>
        <a:p>
          <a:endParaRPr lang="en-US" sz="1200"/>
        </a:p>
      </dgm:t>
    </dgm:pt>
    <dgm:pt modelId="{1EC73B71-AF11-034B-BB19-FF57870C2C44}">
      <dgm:prSet custT="1"/>
      <dgm:spPr/>
      <dgm:t>
        <a:bodyPr/>
        <a:lstStyle/>
        <a:p>
          <a:r>
            <a:rPr lang="en-US" sz="1200"/>
            <a:t>home</a:t>
          </a:r>
        </a:p>
      </dgm:t>
    </dgm:pt>
    <dgm:pt modelId="{7CD7CDA8-12FE-BA46-8883-630E9F0D12BD}" type="parTrans" cxnId="{707F0E03-FCCF-C644-924B-9E954AB600C6}">
      <dgm:prSet/>
      <dgm:spPr/>
      <dgm:t>
        <a:bodyPr/>
        <a:lstStyle/>
        <a:p>
          <a:endParaRPr lang="en-US" sz="1200"/>
        </a:p>
      </dgm:t>
    </dgm:pt>
    <dgm:pt modelId="{F040E930-C0F0-A64E-92B3-CD1DB3176E8A}" type="sibTrans" cxnId="{707F0E03-FCCF-C644-924B-9E954AB600C6}">
      <dgm:prSet/>
      <dgm:spPr/>
      <dgm:t>
        <a:bodyPr/>
        <a:lstStyle/>
        <a:p>
          <a:endParaRPr lang="en-US" sz="1200"/>
        </a:p>
      </dgm:t>
    </dgm:pt>
    <dgm:pt modelId="{37222DCE-4BEF-1840-8FB0-3C42DBD19CE4}">
      <dgm:prSet custT="1"/>
      <dgm:spPr/>
      <dgm:t>
        <a:bodyPr/>
        <a:lstStyle/>
        <a:p>
          <a:r>
            <a:rPr lang="en-US" sz="1200"/>
            <a:t>lib</a:t>
          </a:r>
        </a:p>
      </dgm:t>
    </dgm:pt>
    <dgm:pt modelId="{C9D6B71E-EC8D-BA49-8D70-D33E4518178C}" type="parTrans" cxnId="{699B7220-4DD0-624F-BFA1-AAC5D43B6739}">
      <dgm:prSet/>
      <dgm:spPr/>
      <dgm:t>
        <a:bodyPr/>
        <a:lstStyle/>
        <a:p>
          <a:endParaRPr lang="en-US" sz="1200"/>
        </a:p>
      </dgm:t>
    </dgm:pt>
    <dgm:pt modelId="{1025C772-BE5E-CA4A-A402-5089D9C166E7}" type="sibTrans" cxnId="{699B7220-4DD0-624F-BFA1-AAC5D43B6739}">
      <dgm:prSet/>
      <dgm:spPr/>
      <dgm:t>
        <a:bodyPr/>
        <a:lstStyle/>
        <a:p>
          <a:endParaRPr lang="en-US" sz="1200"/>
        </a:p>
      </dgm:t>
    </dgm:pt>
    <dgm:pt modelId="{12EAB764-FE1D-F047-9A81-27C463D65312}">
      <dgm:prSet custT="1"/>
      <dgm:spPr/>
      <dgm:t>
        <a:bodyPr/>
        <a:lstStyle/>
        <a:p>
          <a:r>
            <a:rPr lang="en-US" sz="1200"/>
            <a:t>opt</a:t>
          </a:r>
        </a:p>
      </dgm:t>
    </dgm:pt>
    <dgm:pt modelId="{373FE1B6-BF84-A740-A737-448ABC01A2AA}" type="parTrans" cxnId="{D05EFAE3-D995-8F4B-9612-284B4CAD6E3F}">
      <dgm:prSet/>
      <dgm:spPr/>
      <dgm:t>
        <a:bodyPr/>
        <a:lstStyle/>
        <a:p>
          <a:endParaRPr lang="en-US" sz="1200"/>
        </a:p>
      </dgm:t>
    </dgm:pt>
    <dgm:pt modelId="{4760B739-F004-8C4D-8BF1-E20410A05F49}" type="sibTrans" cxnId="{D05EFAE3-D995-8F4B-9612-284B4CAD6E3F}">
      <dgm:prSet/>
      <dgm:spPr/>
      <dgm:t>
        <a:bodyPr/>
        <a:lstStyle/>
        <a:p>
          <a:endParaRPr lang="en-US" sz="1200"/>
        </a:p>
      </dgm:t>
    </dgm:pt>
    <dgm:pt modelId="{4A050D9D-40CE-A841-81EA-223A7F977F9D}">
      <dgm:prSet custT="1"/>
      <dgm:spPr/>
      <dgm:t>
        <a:bodyPr/>
        <a:lstStyle/>
        <a:p>
          <a:r>
            <a:rPr lang="en-US" sz="1200"/>
            <a:t>sbin</a:t>
          </a:r>
        </a:p>
      </dgm:t>
    </dgm:pt>
    <dgm:pt modelId="{B6765E8C-7AB2-2143-A2AD-3A55FE44FD80}" type="parTrans" cxnId="{17634F7B-00CD-554F-BC2A-B2E3F4A2BF1E}">
      <dgm:prSet/>
      <dgm:spPr/>
      <dgm:t>
        <a:bodyPr/>
        <a:lstStyle/>
        <a:p>
          <a:endParaRPr lang="en-US" sz="1200"/>
        </a:p>
      </dgm:t>
    </dgm:pt>
    <dgm:pt modelId="{AF878C8E-911B-9044-8ABC-718C7E3D4C4F}" type="sibTrans" cxnId="{17634F7B-00CD-554F-BC2A-B2E3F4A2BF1E}">
      <dgm:prSet/>
      <dgm:spPr/>
      <dgm:t>
        <a:bodyPr/>
        <a:lstStyle/>
        <a:p>
          <a:endParaRPr lang="en-US" sz="1200"/>
        </a:p>
      </dgm:t>
    </dgm:pt>
    <dgm:pt modelId="{E8A31125-0F8A-DE46-AE27-EEBFAEAD16AA}">
      <dgm:prSet custT="1"/>
      <dgm:spPr/>
      <dgm:t>
        <a:bodyPr/>
        <a:lstStyle/>
        <a:p>
          <a:r>
            <a:rPr lang="en-US" sz="1200"/>
            <a:t>tmp</a:t>
          </a:r>
        </a:p>
      </dgm:t>
    </dgm:pt>
    <dgm:pt modelId="{5FADCCF9-EE34-164C-A545-89EFADBE034A}" type="parTrans" cxnId="{BFEE6409-5278-6F48-852C-7B14F2B492C9}">
      <dgm:prSet/>
      <dgm:spPr/>
      <dgm:t>
        <a:bodyPr/>
        <a:lstStyle/>
        <a:p>
          <a:endParaRPr lang="en-US" sz="1200"/>
        </a:p>
      </dgm:t>
    </dgm:pt>
    <dgm:pt modelId="{0650C9D5-09F5-6A4D-8461-40BB46018BFB}" type="sibTrans" cxnId="{BFEE6409-5278-6F48-852C-7B14F2B492C9}">
      <dgm:prSet/>
      <dgm:spPr/>
      <dgm:t>
        <a:bodyPr/>
        <a:lstStyle/>
        <a:p>
          <a:endParaRPr lang="en-US" sz="1200"/>
        </a:p>
      </dgm:t>
    </dgm:pt>
    <dgm:pt modelId="{764E38B1-E589-BA44-BF07-E03BE6B691EE}">
      <dgm:prSet custT="1"/>
      <dgm:spPr/>
      <dgm:t>
        <a:bodyPr/>
        <a:lstStyle/>
        <a:p>
          <a:r>
            <a:rPr lang="en-US" sz="1200"/>
            <a:t>usr</a:t>
          </a:r>
        </a:p>
      </dgm:t>
    </dgm:pt>
    <dgm:pt modelId="{5B5AA07D-6128-8442-959E-959A0195506A}" type="parTrans" cxnId="{007F33B2-71E7-9542-9B59-DE4C5DC67E62}">
      <dgm:prSet/>
      <dgm:spPr/>
      <dgm:t>
        <a:bodyPr/>
        <a:lstStyle/>
        <a:p>
          <a:endParaRPr lang="en-US" sz="1200"/>
        </a:p>
      </dgm:t>
    </dgm:pt>
    <dgm:pt modelId="{DFB5A1BB-B872-1E43-90D4-C410D6C73F48}" type="sibTrans" cxnId="{007F33B2-71E7-9542-9B59-DE4C5DC67E62}">
      <dgm:prSet/>
      <dgm:spPr/>
      <dgm:t>
        <a:bodyPr/>
        <a:lstStyle/>
        <a:p>
          <a:endParaRPr lang="en-US" sz="1200"/>
        </a:p>
      </dgm:t>
    </dgm:pt>
    <dgm:pt modelId="{48361EF5-4671-B940-8F80-A91A9B3791E8}">
      <dgm:prSet custT="1"/>
      <dgm:spPr/>
      <dgm:t>
        <a:bodyPr/>
        <a:lstStyle/>
        <a:p>
          <a:r>
            <a:rPr lang="en-US" sz="1200"/>
            <a:t>cp</a:t>
          </a:r>
        </a:p>
      </dgm:t>
    </dgm:pt>
    <dgm:pt modelId="{9966EAA5-5255-C049-AE4C-99D5E1406D0B}" type="parTrans" cxnId="{39BBABB8-00DB-2F44-8A0B-1EAB107DE6AD}">
      <dgm:prSet/>
      <dgm:spPr/>
      <dgm:t>
        <a:bodyPr/>
        <a:lstStyle/>
        <a:p>
          <a:endParaRPr lang="en-US" sz="1200"/>
        </a:p>
      </dgm:t>
    </dgm:pt>
    <dgm:pt modelId="{7E9EEF6D-CCC9-1142-B219-BE0B671BBDAE}" type="sibTrans" cxnId="{39BBABB8-00DB-2F44-8A0B-1EAB107DE6AD}">
      <dgm:prSet/>
      <dgm:spPr/>
      <dgm:t>
        <a:bodyPr/>
        <a:lstStyle/>
        <a:p>
          <a:endParaRPr lang="en-US" sz="1200"/>
        </a:p>
      </dgm:t>
    </dgm:pt>
    <dgm:pt modelId="{16212192-80A7-6841-BB77-D241239A8F28}">
      <dgm:prSet custT="1"/>
      <dgm:spPr/>
      <dgm:t>
        <a:bodyPr/>
        <a:lstStyle/>
        <a:p>
          <a:r>
            <a:rPr lang="en-US" sz="1200"/>
            <a:t>ls</a:t>
          </a:r>
        </a:p>
      </dgm:t>
    </dgm:pt>
    <dgm:pt modelId="{705C698B-FC3B-3841-912B-23D9B06AE526}" type="parTrans" cxnId="{66585D66-CB19-A04D-85A1-254058B045FE}">
      <dgm:prSet/>
      <dgm:spPr/>
      <dgm:t>
        <a:bodyPr/>
        <a:lstStyle/>
        <a:p>
          <a:endParaRPr lang="en-US" sz="1200"/>
        </a:p>
      </dgm:t>
    </dgm:pt>
    <dgm:pt modelId="{0659AB10-DCFC-A342-AF10-BF08C021B082}" type="sibTrans" cxnId="{66585D66-CB19-A04D-85A1-254058B045FE}">
      <dgm:prSet/>
      <dgm:spPr/>
      <dgm:t>
        <a:bodyPr/>
        <a:lstStyle/>
        <a:p>
          <a:endParaRPr lang="en-US" sz="1200"/>
        </a:p>
      </dgm:t>
    </dgm:pt>
    <dgm:pt modelId="{FD59EDE6-C5A2-8143-92C0-5BE235483583}">
      <dgm:prSet custT="1"/>
      <dgm:spPr/>
      <dgm:t>
        <a:bodyPr/>
        <a:lstStyle/>
        <a:p>
          <a:r>
            <a:rPr lang="en-US" sz="1200"/>
            <a:t>larisams</a:t>
          </a:r>
        </a:p>
      </dgm:t>
    </dgm:pt>
    <dgm:pt modelId="{981829C9-94F9-7B4F-948C-5D82DD7223AF}" type="parTrans" cxnId="{8A82E1D6-58A7-FD4D-BAFF-0565268266B5}">
      <dgm:prSet/>
      <dgm:spPr/>
      <dgm:t>
        <a:bodyPr/>
        <a:lstStyle/>
        <a:p>
          <a:endParaRPr lang="en-US" sz="1200"/>
        </a:p>
      </dgm:t>
    </dgm:pt>
    <dgm:pt modelId="{7F3997EF-1F62-424F-B9D9-B93739B4D786}" type="sibTrans" cxnId="{8A82E1D6-58A7-FD4D-BAFF-0565268266B5}">
      <dgm:prSet/>
      <dgm:spPr/>
      <dgm:t>
        <a:bodyPr/>
        <a:lstStyle/>
        <a:p>
          <a:endParaRPr lang="en-US" sz="1200"/>
        </a:p>
      </dgm:t>
    </dgm:pt>
    <dgm:pt modelId="{35013A5E-0056-9648-A565-9C75AD1BA956}">
      <dgm:prSet custT="1"/>
      <dgm:spPr/>
      <dgm:t>
        <a:bodyPr/>
        <a:lstStyle/>
        <a:p>
          <a:r>
            <a:rPr lang="en-US" sz="1200"/>
            <a:t>micm</a:t>
          </a:r>
        </a:p>
      </dgm:t>
    </dgm:pt>
    <dgm:pt modelId="{6517652E-71AE-9845-A1F7-5B0DACCECE7C}" type="parTrans" cxnId="{32204D47-DE99-B34C-B606-842C28FCFB4D}">
      <dgm:prSet/>
      <dgm:spPr/>
      <dgm:t>
        <a:bodyPr/>
        <a:lstStyle/>
        <a:p>
          <a:endParaRPr lang="en-US" sz="1200"/>
        </a:p>
      </dgm:t>
    </dgm:pt>
    <dgm:pt modelId="{FDE73CC8-4587-3A41-B9E6-4AEC6F6A1BCD}" type="sibTrans" cxnId="{32204D47-DE99-B34C-B606-842C28FCFB4D}">
      <dgm:prSet/>
      <dgm:spPr/>
      <dgm:t>
        <a:bodyPr/>
        <a:lstStyle/>
        <a:p>
          <a:endParaRPr lang="en-US" sz="1200"/>
        </a:p>
      </dgm:t>
    </dgm:pt>
    <dgm:pt modelId="{AB4242E4-1C25-0941-B23E-B9BC0F5C064A}">
      <dgm:prSet custT="1"/>
      <dgm:spPr/>
      <dgm:t>
        <a:bodyPr/>
        <a:lstStyle/>
        <a:p>
          <a:r>
            <a:rPr lang="en-US" sz="1000"/>
            <a:t>Genomes</a:t>
          </a:r>
        </a:p>
      </dgm:t>
    </dgm:pt>
    <dgm:pt modelId="{723330A0-EBC3-D442-847D-AD122779BEB8}" type="parTrans" cxnId="{B9B19295-D0FC-B24B-B7EA-E796AAB62CE1}">
      <dgm:prSet/>
      <dgm:spPr/>
      <dgm:t>
        <a:bodyPr/>
        <a:lstStyle/>
        <a:p>
          <a:endParaRPr lang="en-US" sz="1200"/>
        </a:p>
      </dgm:t>
    </dgm:pt>
    <dgm:pt modelId="{3BBEE2DE-6535-0840-9A2E-53B8A61697E1}" type="sibTrans" cxnId="{B9B19295-D0FC-B24B-B7EA-E796AAB62CE1}">
      <dgm:prSet/>
      <dgm:spPr/>
      <dgm:t>
        <a:bodyPr/>
        <a:lstStyle/>
        <a:p>
          <a:endParaRPr lang="en-US" sz="1200"/>
        </a:p>
      </dgm:t>
    </dgm:pt>
    <dgm:pt modelId="{6CD70B19-8300-D448-970E-63448C953011}">
      <dgm:prSet custT="1"/>
      <dgm:spPr/>
      <dgm:t>
        <a:bodyPr/>
        <a:lstStyle/>
        <a:p>
          <a:r>
            <a:rPr lang="en-US" sz="1200"/>
            <a:t>reboot</a:t>
          </a:r>
        </a:p>
      </dgm:t>
    </dgm:pt>
    <dgm:pt modelId="{97D24932-C5E7-C542-AA3A-5417B565BBA5}" type="parTrans" cxnId="{634434FC-E61E-5C47-9EED-A6111990BBC3}">
      <dgm:prSet/>
      <dgm:spPr/>
      <dgm:t>
        <a:bodyPr/>
        <a:lstStyle/>
        <a:p>
          <a:endParaRPr lang="en-US" sz="1200"/>
        </a:p>
      </dgm:t>
    </dgm:pt>
    <dgm:pt modelId="{A054701B-A4FC-0A41-8EAF-75E07A5E6BC5}" type="sibTrans" cxnId="{634434FC-E61E-5C47-9EED-A6111990BBC3}">
      <dgm:prSet/>
      <dgm:spPr/>
      <dgm:t>
        <a:bodyPr/>
        <a:lstStyle/>
        <a:p>
          <a:endParaRPr lang="en-US" sz="1200"/>
        </a:p>
      </dgm:t>
    </dgm:pt>
    <dgm:pt modelId="{DB00F5D9-412E-764E-87CD-28E1E26B6251}">
      <dgm:prSet custT="1"/>
      <dgm:spPr/>
      <dgm:t>
        <a:bodyPr/>
        <a:lstStyle/>
        <a:p>
          <a:r>
            <a:rPr lang="en-US" sz="1200"/>
            <a:t>cisco</a:t>
          </a:r>
        </a:p>
      </dgm:t>
    </dgm:pt>
    <dgm:pt modelId="{BBD8D511-13B4-664D-89DE-0F15C0860480}" type="parTrans" cxnId="{A0A2B52F-17BF-5749-8E49-C369E8AD1876}">
      <dgm:prSet/>
      <dgm:spPr/>
      <dgm:t>
        <a:bodyPr/>
        <a:lstStyle/>
        <a:p>
          <a:endParaRPr lang="en-US" sz="1200"/>
        </a:p>
      </dgm:t>
    </dgm:pt>
    <dgm:pt modelId="{0835BBFA-888E-8148-BD94-84870854349E}" type="sibTrans" cxnId="{A0A2B52F-17BF-5749-8E49-C369E8AD1876}">
      <dgm:prSet/>
      <dgm:spPr/>
      <dgm:t>
        <a:bodyPr/>
        <a:lstStyle/>
        <a:p>
          <a:endParaRPr lang="en-US" sz="1200"/>
        </a:p>
      </dgm:t>
    </dgm:pt>
    <dgm:pt modelId="{1EDE10EE-4A89-D54C-94DC-853B3F1B1993}">
      <dgm:prSet custT="1"/>
      <dgm:spPr/>
      <dgm:t>
        <a:bodyPr/>
        <a:lstStyle/>
        <a:p>
          <a:r>
            <a:rPr lang="en-US" sz="1000"/>
            <a:t>slides</a:t>
          </a:r>
        </a:p>
      </dgm:t>
    </dgm:pt>
    <dgm:pt modelId="{9471CD7C-D8FD-CA4A-A6AC-AA5B6827D078}" type="parTrans" cxnId="{68568C44-4872-8A48-8C4C-6EF256D6A1B7}">
      <dgm:prSet/>
      <dgm:spPr/>
      <dgm:t>
        <a:bodyPr/>
        <a:lstStyle/>
        <a:p>
          <a:endParaRPr lang="en-US" sz="1200"/>
        </a:p>
      </dgm:t>
    </dgm:pt>
    <dgm:pt modelId="{169F56B8-ED0B-464E-A922-28C8C98F4B9E}" type="sibTrans" cxnId="{68568C44-4872-8A48-8C4C-6EF256D6A1B7}">
      <dgm:prSet/>
      <dgm:spPr/>
      <dgm:t>
        <a:bodyPr/>
        <a:lstStyle/>
        <a:p>
          <a:endParaRPr lang="en-US" sz="1200"/>
        </a:p>
      </dgm:t>
    </dgm:pt>
    <dgm:pt modelId="{D0107942-A874-724C-BB47-2D23E39A6181}">
      <dgm:prSet custT="1"/>
      <dgm:spPr>
        <a:solidFill>
          <a:srgbClr val="84ACB7"/>
        </a:solidFill>
      </dgm:spPr>
      <dgm:t>
        <a:bodyPr/>
        <a:lstStyle/>
        <a:p>
          <a:r>
            <a:rPr lang="en-US" sz="1000"/>
            <a:t>mm10.fa</a:t>
          </a:r>
        </a:p>
      </dgm:t>
    </dgm:pt>
    <dgm:pt modelId="{F725A49B-E6D0-7B45-A935-794CD0FD72B6}" type="parTrans" cxnId="{CA194C10-9DC1-5142-826B-F80424EF83DC}">
      <dgm:prSet/>
      <dgm:spPr/>
      <dgm:t>
        <a:bodyPr/>
        <a:lstStyle/>
        <a:p>
          <a:endParaRPr lang="en-US"/>
        </a:p>
      </dgm:t>
    </dgm:pt>
    <dgm:pt modelId="{D95E87F6-E5A6-C446-956A-176FCF9A7F6F}" type="sibTrans" cxnId="{CA194C10-9DC1-5142-826B-F80424EF83DC}">
      <dgm:prSet/>
      <dgm:spPr/>
      <dgm:t>
        <a:bodyPr/>
        <a:lstStyle/>
        <a:p>
          <a:endParaRPr lang="en-US"/>
        </a:p>
      </dgm:t>
    </dgm:pt>
    <dgm:pt modelId="{323AE8FD-89B3-494C-AAD5-2E5E39424B90}">
      <dgm:prSet custT="1"/>
      <dgm:spPr>
        <a:solidFill>
          <a:srgbClr val="84ACB7"/>
        </a:solidFill>
      </dgm:spPr>
      <dgm:t>
        <a:bodyPr/>
        <a:lstStyle/>
        <a:p>
          <a:r>
            <a:rPr lang="en-US" sz="1000"/>
            <a:t>hg30.fa</a:t>
          </a:r>
        </a:p>
      </dgm:t>
    </dgm:pt>
    <dgm:pt modelId="{079DF8C0-F97F-5A4C-8227-072F795584C3}" type="parTrans" cxnId="{7B64608F-9AB9-0441-BA1F-4B7A48D96BBF}">
      <dgm:prSet/>
      <dgm:spPr/>
      <dgm:t>
        <a:bodyPr/>
        <a:lstStyle/>
        <a:p>
          <a:endParaRPr lang="en-US"/>
        </a:p>
      </dgm:t>
    </dgm:pt>
    <dgm:pt modelId="{93D151B0-254A-F543-A3A6-285462373DFB}" type="sibTrans" cxnId="{7B64608F-9AB9-0441-BA1F-4B7A48D96BBF}">
      <dgm:prSet/>
      <dgm:spPr/>
      <dgm:t>
        <a:bodyPr/>
        <a:lstStyle/>
        <a:p>
          <a:endParaRPr lang="en-US"/>
        </a:p>
      </dgm:t>
    </dgm:pt>
    <dgm:pt modelId="{08F29B7B-FE27-0841-AC51-16DE7D726421}" type="pres">
      <dgm:prSet presAssocID="{8827CE18-3A23-2040-AC8A-04B542B1221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5B0B90-40AE-0844-A565-C074452174BB}" type="pres">
      <dgm:prSet presAssocID="{A78CC315-D0B6-A545-8C88-1787318AE8CE}" presName="root1" presStyleCnt="0"/>
      <dgm:spPr/>
    </dgm:pt>
    <dgm:pt modelId="{A564D956-CA21-0345-AC35-E07FC12F984F}" type="pres">
      <dgm:prSet presAssocID="{A78CC315-D0B6-A545-8C88-1787318AE8CE}" presName="LevelOneTextNode" presStyleLbl="node0" presStyleIdx="0" presStyleCnt="1" custAng="16200000" custScaleY="25769" custLinFactX="-100000" custLinFactNeighborX="-173321" custLinFactNeighborY="-11445">
        <dgm:presLayoutVars>
          <dgm:chPref val="3"/>
        </dgm:presLayoutVars>
      </dgm:prSet>
      <dgm:spPr/>
    </dgm:pt>
    <dgm:pt modelId="{B7F4E59B-FD51-E843-A595-8803F46F91D4}" type="pres">
      <dgm:prSet presAssocID="{A78CC315-D0B6-A545-8C88-1787318AE8CE}" presName="level2hierChild" presStyleCnt="0"/>
      <dgm:spPr/>
    </dgm:pt>
    <dgm:pt modelId="{9F361AF5-2D13-2340-A40F-960A6FDAC804}" type="pres">
      <dgm:prSet presAssocID="{F00C6969-8518-0943-95A0-48F5C16CF853}" presName="conn2-1" presStyleLbl="parChTrans1D2" presStyleIdx="0" presStyleCnt="9"/>
      <dgm:spPr/>
    </dgm:pt>
    <dgm:pt modelId="{8DF1CC0A-43D3-A84A-B2ED-C5324362DD90}" type="pres">
      <dgm:prSet presAssocID="{F00C6969-8518-0943-95A0-48F5C16CF853}" presName="connTx" presStyleLbl="parChTrans1D2" presStyleIdx="0" presStyleCnt="9"/>
      <dgm:spPr/>
    </dgm:pt>
    <dgm:pt modelId="{D4E65FD5-0B46-2746-A49D-96D1BD98084C}" type="pres">
      <dgm:prSet presAssocID="{EC0375BF-8F40-AD4A-AE2B-B69CB00AAB0E}" presName="root2" presStyleCnt="0"/>
      <dgm:spPr/>
    </dgm:pt>
    <dgm:pt modelId="{FA5933FB-57ED-6643-9CDF-9582BF363E5C}" type="pres">
      <dgm:prSet presAssocID="{EC0375BF-8F40-AD4A-AE2B-B69CB00AAB0E}" presName="LevelTwoTextNode" presStyleLbl="node2" presStyleIdx="0" presStyleCnt="9">
        <dgm:presLayoutVars>
          <dgm:chPref val="3"/>
        </dgm:presLayoutVars>
      </dgm:prSet>
      <dgm:spPr/>
    </dgm:pt>
    <dgm:pt modelId="{26CA83B1-FAEE-2049-BF17-12C03DA7E01E}" type="pres">
      <dgm:prSet presAssocID="{EC0375BF-8F40-AD4A-AE2B-B69CB00AAB0E}" presName="level3hierChild" presStyleCnt="0"/>
      <dgm:spPr/>
    </dgm:pt>
    <dgm:pt modelId="{3574AC01-5F84-5D48-835D-161B5A53191C}" type="pres">
      <dgm:prSet presAssocID="{9966EAA5-5255-C049-AE4C-99D5E1406D0B}" presName="conn2-1" presStyleLbl="parChTrans1D3" presStyleIdx="0" presStyleCnt="6"/>
      <dgm:spPr/>
    </dgm:pt>
    <dgm:pt modelId="{49093BFC-D690-044B-BE5F-3B4136DC6DF1}" type="pres">
      <dgm:prSet presAssocID="{9966EAA5-5255-C049-AE4C-99D5E1406D0B}" presName="connTx" presStyleLbl="parChTrans1D3" presStyleIdx="0" presStyleCnt="6"/>
      <dgm:spPr/>
    </dgm:pt>
    <dgm:pt modelId="{BEA93327-03AD-CC4C-A78A-EB627C31DA09}" type="pres">
      <dgm:prSet presAssocID="{48361EF5-4671-B940-8F80-A91A9B3791E8}" presName="root2" presStyleCnt="0"/>
      <dgm:spPr/>
    </dgm:pt>
    <dgm:pt modelId="{73BC6A3D-C455-4C44-AA56-0547151B4E31}" type="pres">
      <dgm:prSet presAssocID="{48361EF5-4671-B940-8F80-A91A9B3791E8}" presName="LevelTwoTextNode" presStyleLbl="node3" presStyleIdx="0" presStyleCnt="6">
        <dgm:presLayoutVars>
          <dgm:chPref val="3"/>
        </dgm:presLayoutVars>
      </dgm:prSet>
      <dgm:spPr/>
    </dgm:pt>
    <dgm:pt modelId="{C3152062-2ED7-2C42-ABB2-4E53E2D8E9E4}" type="pres">
      <dgm:prSet presAssocID="{48361EF5-4671-B940-8F80-A91A9B3791E8}" presName="level3hierChild" presStyleCnt="0"/>
      <dgm:spPr/>
    </dgm:pt>
    <dgm:pt modelId="{BE4FD910-700B-0E4F-8825-CEC9AD756DB7}" type="pres">
      <dgm:prSet presAssocID="{705C698B-FC3B-3841-912B-23D9B06AE526}" presName="conn2-1" presStyleLbl="parChTrans1D3" presStyleIdx="1" presStyleCnt="6"/>
      <dgm:spPr/>
    </dgm:pt>
    <dgm:pt modelId="{A50C95BD-CA0C-A54B-BB9A-17F23AB328F1}" type="pres">
      <dgm:prSet presAssocID="{705C698B-FC3B-3841-912B-23D9B06AE526}" presName="connTx" presStyleLbl="parChTrans1D3" presStyleIdx="1" presStyleCnt="6"/>
      <dgm:spPr/>
    </dgm:pt>
    <dgm:pt modelId="{5316351A-1627-EE45-B007-6F0EB1AFFCB9}" type="pres">
      <dgm:prSet presAssocID="{16212192-80A7-6841-BB77-D241239A8F28}" presName="root2" presStyleCnt="0"/>
      <dgm:spPr/>
    </dgm:pt>
    <dgm:pt modelId="{4F20C035-B0E0-9542-8C8D-D995D4F5C23D}" type="pres">
      <dgm:prSet presAssocID="{16212192-80A7-6841-BB77-D241239A8F28}" presName="LevelTwoTextNode" presStyleLbl="node3" presStyleIdx="1" presStyleCnt="6">
        <dgm:presLayoutVars>
          <dgm:chPref val="3"/>
        </dgm:presLayoutVars>
      </dgm:prSet>
      <dgm:spPr/>
    </dgm:pt>
    <dgm:pt modelId="{913B4525-F8A2-F940-9A17-CB932E570DA7}" type="pres">
      <dgm:prSet presAssocID="{16212192-80A7-6841-BB77-D241239A8F28}" presName="level3hierChild" presStyleCnt="0"/>
      <dgm:spPr/>
    </dgm:pt>
    <dgm:pt modelId="{21A82980-AABF-024D-AC86-EF2C68D44AFE}" type="pres">
      <dgm:prSet presAssocID="{CDAF50E0-3C9C-7C44-BAC3-0814CEBD7842}" presName="conn2-1" presStyleLbl="parChTrans1D2" presStyleIdx="1" presStyleCnt="9"/>
      <dgm:spPr/>
    </dgm:pt>
    <dgm:pt modelId="{11A92D2F-BD66-414B-8EBD-2412D8E01765}" type="pres">
      <dgm:prSet presAssocID="{CDAF50E0-3C9C-7C44-BAC3-0814CEBD7842}" presName="connTx" presStyleLbl="parChTrans1D2" presStyleIdx="1" presStyleCnt="9"/>
      <dgm:spPr/>
    </dgm:pt>
    <dgm:pt modelId="{E025B8CF-1623-814C-A096-28F7C7228E66}" type="pres">
      <dgm:prSet presAssocID="{FD483437-EECA-2C48-8B7F-CF032CE9A1CF}" presName="root2" presStyleCnt="0"/>
      <dgm:spPr/>
    </dgm:pt>
    <dgm:pt modelId="{16860075-F7A7-CE45-9639-3D34B7AFAE8D}" type="pres">
      <dgm:prSet presAssocID="{FD483437-EECA-2C48-8B7F-CF032CE9A1CF}" presName="LevelTwoTextNode" presStyleLbl="node2" presStyleIdx="1" presStyleCnt="9">
        <dgm:presLayoutVars>
          <dgm:chPref val="3"/>
        </dgm:presLayoutVars>
      </dgm:prSet>
      <dgm:spPr/>
    </dgm:pt>
    <dgm:pt modelId="{D310B57B-1005-1446-9964-FA798686E085}" type="pres">
      <dgm:prSet presAssocID="{FD483437-EECA-2C48-8B7F-CF032CE9A1CF}" presName="level3hierChild" presStyleCnt="0"/>
      <dgm:spPr/>
    </dgm:pt>
    <dgm:pt modelId="{AD423102-A7A7-F542-B528-C134DF96460E}" type="pres">
      <dgm:prSet presAssocID="{79128397-EE17-6C4C-95EE-D6F65CE2C8B7}" presName="conn2-1" presStyleLbl="parChTrans1D2" presStyleIdx="2" presStyleCnt="9"/>
      <dgm:spPr/>
    </dgm:pt>
    <dgm:pt modelId="{F53DC611-327E-5E46-A5AC-5A75D73DC182}" type="pres">
      <dgm:prSet presAssocID="{79128397-EE17-6C4C-95EE-D6F65CE2C8B7}" presName="connTx" presStyleLbl="parChTrans1D2" presStyleIdx="2" presStyleCnt="9"/>
      <dgm:spPr/>
    </dgm:pt>
    <dgm:pt modelId="{939A13B1-80EF-C94A-8E48-FF6B35FD2779}" type="pres">
      <dgm:prSet presAssocID="{E29845D4-9ACE-4247-B492-A4F375688D84}" presName="root2" presStyleCnt="0"/>
      <dgm:spPr/>
    </dgm:pt>
    <dgm:pt modelId="{823C4A3C-3323-E64B-BEE7-721F80271C1D}" type="pres">
      <dgm:prSet presAssocID="{E29845D4-9ACE-4247-B492-A4F375688D84}" presName="LevelTwoTextNode" presStyleLbl="node2" presStyleIdx="2" presStyleCnt="9">
        <dgm:presLayoutVars>
          <dgm:chPref val="3"/>
        </dgm:presLayoutVars>
      </dgm:prSet>
      <dgm:spPr/>
    </dgm:pt>
    <dgm:pt modelId="{BE3B59CC-DFAC-9448-9FC7-340C0CD0AEF1}" type="pres">
      <dgm:prSet presAssocID="{E29845D4-9ACE-4247-B492-A4F375688D84}" presName="level3hierChild" presStyleCnt="0"/>
      <dgm:spPr/>
    </dgm:pt>
    <dgm:pt modelId="{71FCE1B8-CB1A-6249-A827-6617C0C7F840}" type="pres">
      <dgm:prSet presAssocID="{7CD7CDA8-12FE-BA46-8883-630E9F0D12BD}" presName="conn2-1" presStyleLbl="parChTrans1D2" presStyleIdx="3" presStyleCnt="9"/>
      <dgm:spPr/>
    </dgm:pt>
    <dgm:pt modelId="{5BCC1333-CE83-2340-8026-BED1F9552314}" type="pres">
      <dgm:prSet presAssocID="{7CD7CDA8-12FE-BA46-8883-630E9F0D12BD}" presName="connTx" presStyleLbl="parChTrans1D2" presStyleIdx="3" presStyleCnt="9"/>
      <dgm:spPr/>
    </dgm:pt>
    <dgm:pt modelId="{4F2B6F1E-2F4C-A649-803A-F33F88E725C5}" type="pres">
      <dgm:prSet presAssocID="{1EC73B71-AF11-034B-BB19-FF57870C2C44}" presName="root2" presStyleCnt="0"/>
      <dgm:spPr/>
    </dgm:pt>
    <dgm:pt modelId="{12491220-3066-804B-8988-FB30C17CEEF8}" type="pres">
      <dgm:prSet presAssocID="{1EC73B71-AF11-034B-BB19-FF57870C2C44}" presName="LevelTwoTextNode" presStyleLbl="node2" presStyleIdx="3" presStyleCnt="9">
        <dgm:presLayoutVars>
          <dgm:chPref val="3"/>
        </dgm:presLayoutVars>
      </dgm:prSet>
      <dgm:spPr/>
    </dgm:pt>
    <dgm:pt modelId="{B9378CA5-9192-7D41-A13B-691B373EC9D4}" type="pres">
      <dgm:prSet presAssocID="{1EC73B71-AF11-034B-BB19-FF57870C2C44}" presName="level3hierChild" presStyleCnt="0"/>
      <dgm:spPr/>
    </dgm:pt>
    <dgm:pt modelId="{A33BA428-394B-604E-90B6-26F883E5FA80}" type="pres">
      <dgm:prSet presAssocID="{981829C9-94F9-7B4F-948C-5D82DD7223AF}" presName="conn2-1" presStyleLbl="parChTrans1D3" presStyleIdx="2" presStyleCnt="6"/>
      <dgm:spPr/>
    </dgm:pt>
    <dgm:pt modelId="{C60370CB-480A-EF4E-B521-C53C8C197360}" type="pres">
      <dgm:prSet presAssocID="{981829C9-94F9-7B4F-948C-5D82DD7223AF}" presName="connTx" presStyleLbl="parChTrans1D3" presStyleIdx="2" presStyleCnt="6"/>
      <dgm:spPr/>
    </dgm:pt>
    <dgm:pt modelId="{5F103C98-F71C-A54C-A2C6-BB6FB98E4CC4}" type="pres">
      <dgm:prSet presAssocID="{FD59EDE6-C5A2-8143-92C0-5BE235483583}" presName="root2" presStyleCnt="0"/>
      <dgm:spPr/>
    </dgm:pt>
    <dgm:pt modelId="{2DB7F016-B818-224A-A420-E2D5974EE4D4}" type="pres">
      <dgm:prSet presAssocID="{FD59EDE6-C5A2-8143-92C0-5BE235483583}" presName="LevelTwoTextNode" presStyleLbl="node3" presStyleIdx="2" presStyleCnt="6">
        <dgm:presLayoutVars>
          <dgm:chPref val="3"/>
        </dgm:presLayoutVars>
      </dgm:prSet>
      <dgm:spPr/>
    </dgm:pt>
    <dgm:pt modelId="{DAE0D322-2A87-7641-9D92-6BD863F3932C}" type="pres">
      <dgm:prSet presAssocID="{FD59EDE6-C5A2-8143-92C0-5BE235483583}" presName="level3hierChild" presStyleCnt="0"/>
      <dgm:spPr/>
    </dgm:pt>
    <dgm:pt modelId="{D71C3B3E-7A24-564C-87B2-A68960BC3847}" type="pres">
      <dgm:prSet presAssocID="{723330A0-EBC3-D442-847D-AD122779BEB8}" presName="conn2-1" presStyleLbl="parChTrans1D4" presStyleIdx="0" presStyleCnt="4"/>
      <dgm:spPr/>
    </dgm:pt>
    <dgm:pt modelId="{6D33926D-EED3-DF46-927F-7A0A03B7F563}" type="pres">
      <dgm:prSet presAssocID="{723330A0-EBC3-D442-847D-AD122779BEB8}" presName="connTx" presStyleLbl="parChTrans1D4" presStyleIdx="0" presStyleCnt="4"/>
      <dgm:spPr/>
    </dgm:pt>
    <dgm:pt modelId="{E86695F4-6636-6942-99DA-DCF242D78143}" type="pres">
      <dgm:prSet presAssocID="{AB4242E4-1C25-0941-B23E-B9BC0F5C064A}" presName="root2" presStyleCnt="0"/>
      <dgm:spPr/>
    </dgm:pt>
    <dgm:pt modelId="{D596AF2A-3EF2-3F42-8CC6-6F4D70E7D386}" type="pres">
      <dgm:prSet presAssocID="{AB4242E4-1C25-0941-B23E-B9BC0F5C064A}" presName="LevelTwoTextNode" presStyleLbl="node4" presStyleIdx="0" presStyleCnt="4">
        <dgm:presLayoutVars>
          <dgm:chPref val="3"/>
        </dgm:presLayoutVars>
      </dgm:prSet>
      <dgm:spPr/>
    </dgm:pt>
    <dgm:pt modelId="{E8EC8D51-C44B-D343-9038-D871E8A194DF}" type="pres">
      <dgm:prSet presAssocID="{AB4242E4-1C25-0941-B23E-B9BC0F5C064A}" presName="level3hierChild" presStyleCnt="0"/>
      <dgm:spPr/>
    </dgm:pt>
    <dgm:pt modelId="{92581162-A142-EE49-A880-026DD04C2FB3}" type="pres">
      <dgm:prSet presAssocID="{F725A49B-E6D0-7B45-A935-794CD0FD72B6}" presName="conn2-1" presStyleLbl="parChTrans1D4" presStyleIdx="1" presStyleCnt="4"/>
      <dgm:spPr/>
    </dgm:pt>
    <dgm:pt modelId="{6071D057-7AAD-F04C-946C-E3CC41F587D8}" type="pres">
      <dgm:prSet presAssocID="{F725A49B-E6D0-7B45-A935-794CD0FD72B6}" presName="connTx" presStyleLbl="parChTrans1D4" presStyleIdx="1" presStyleCnt="4"/>
      <dgm:spPr/>
    </dgm:pt>
    <dgm:pt modelId="{29D18BE9-045B-724E-9367-B7140E9E0107}" type="pres">
      <dgm:prSet presAssocID="{D0107942-A874-724C-BB47-2D23E39A6181}" presName="root2" presStyleCnt="0"/>
      <dgm:spPr/>
    </dgm:pt>
    <dgm:pt modelId="{F19F4FBB-7139-3344-A4D5-666706D1779C}" type="pres">
      <dgm:prSet presAssocID="{D0107942-A874-724C-BB47-2D23E39A6181}" presName="LevelTwoTextNode" presStyleLbl="node4" presStyleIdx="1" presStyleCnt="4">
        <dgm:presLayoutVars>
          <dgm:chPref val="3"/>
        </dgm:presLayoutVars>
      </dgm:prSet>
      <dgm:spPr/>
    </dgm:pt>
    <dgm:pt modelId="{3D2E0FAA-A9F3-C147-9E20-3334EE0AE389}" type="pres">
      <dgm:prSet presAssocID="{D0107942-A874-724C-BB47-2D23E39A6181}" presName="level3hierChild" presStyleCnt="0"/>
      <dgm:spPr/>
    </dgm:pt>
    <dgm:pt modelId="{35BE73E4-CA0E-854A-8D67-82ECD3E1163F}" type="pres">
      <dgm:prSet presAssocID="{079DF8C0-F97F-5A4C-8227-072F795584C3}" presName="conn2-1" presStyleLbl="parChTrans1D4" presStyleIdx="2" presStyleCnt="4"/>
      <dgm:spPr/>
    </dgm:pt>
    <dgm:pt modelId="{C077EE9C-A2BB-FA4E-86A7-7EBE1271A79D}" type="pres">
      <dgm:prSet presAssocID="{079DF8C0-F97F-5A4C-8227-072F795584C3}" presName="connTx" presStyleLbl="parChTrans1D4" presStyleIdx="2" presStyleCnt="4"/>
      <dgm:spPr/>
    </dgm:pt>
    <dgm:pt modelId="{FAF0A4BA-3A2B-E040-AA1D-62A5897C734C}" type="pres">
      <dgm:prSet presAssocID="{323AE8FD-89B3-494C-AAD5-2E5E39424B90}" presName="root2" presStyleCnt="0"/>
      <dgm:spPr/>
    </dgm:pt>
    <dgm:pt modelId="{8F45069C-83AF-BF4D-B0BB-61D4D200E665}" type="pres">
      <dgm:prSet presAssocID="{323AE8FD-89B3-494C-AAD5-2E5E39424B90}" presName="LevelTwoTextNode" presStyleLbl="node4" presStyleIdx="2" presStyleCnt="4">
        <dgm:presLayoutVars>
          <dgm:chPref val="3"/>
        </dgm:presLayoutVars>
      </dgm:prSet>
      <dgm:spPr/>
    </dgm:pt>
    <dgm:pt modelId="{E0F7A618-F359-F64A-9148-0C376F570382}" type="pres">
      <dgm:prSet presAssocID="{323AE8FD-89B3-494C-AAD5-2E5E39424B90}" presName="level3hierChild" presStyleCnt="0"/>
      <dgm:spPr/>
    </dgm:pt>
    <dgm:pt modelId="{B8926198-A600-1846-8B62-4903F997848A}" type="pres">
      <dgm:prSet presAssocID="{6517652E-71AE-9845-A1F7-5B0DACCECE7C}" presName="conn2-1" presStyleLbl="parChTrans1D3" presStyleIdx="3" presStyleCnt="6"/>
      <dgm:spPr/>
    </dgm:pt>
    <dgm:pt modelId="{E2EA5D5E-E442-294D-AC28-B5892A37CA4E}" type="pres">
      <dgm:prSet presAssocID="{6517652E-71AE-9845-A1F7-5B0DACCECE7C}" presName="connTx" presStyleLbl="parChTrans1D3" presStyleIdx="3" presStyleCnt="6"/>
      <dgm:spPr/>
    </dgm:pt>
    <dgm:pt modelId="{EC52FAF1-DF79-D245-A195-1CEAE9DDB599}" type="pres">
      <dgm:prSet presAssocID="{35013A5E-0056-9648-A565-9C75AD1BA956}" presName="root2" presStyleCnt="0"/>
      <dgm:spPr/>
    </dgm:pt>
    <dgm:pt modelId="{A4361D02-BA3D-9349-8514-56F3252A0D0C}" type="pres">
      <dgm:prSet presAssocID="{35013A5E-0056-9648-A565-9C75AD1BA956}" presName="LevelTwoTextNode" presStyleLbl="node3" presStyleIdx="3" presStyleCnt="6">
        <dgm:presLayoutVars>
          <dgm:chPref val="3"/>
        </dgm:presLayoutVars>
      </dgm:prSet>
      <dgm:spPr/>
    </dgm:pt>
    <dgm:pt modelId="{49F4A8C0-79E2-994D-B1E2-4C688CF7C433}" type="pres">
      <dgm:prSet presAssocID="{35013A5E-0056-9648-A565-9C75AD1BA956}" presName="level3hierChild" presStyleCnt="0"/>
      <dgm:spPr/>
    </dgm:pt>
    <dgm:pt modelId="{84D67AE3-C3A8-BD41-AE02-E95CC06C1CD5}" type="pres">
      <dgm:prSet presAssocID="{9471CD7C-D8FD-CA4A-A6AC-AA5B6827D078}" presName="conn2-1" presStyleLbl="parChTrans1D4" presStyleIdx="3" presStyleCnt="4"/>
      <dgm:spPr/>
    </dgm:pt>
    <dgm:pt modelId="{8AC6F827-B5C9-324C-A130-77130B7A3BBE}" type="pres">
      <dgm:prSet presAssocID="{9471CD7C-D8FD-CA4A-A6AC-AA5B6827D078}" presName="connTx" presStyleLbl="parChTrans1D4" presStyleIdx="3" presStyleCnt="4"/>
      <dgm:spPr/>
    </dgm:pt>
    <dgm:pt modelId="{69DE6869-1D11-3B4B-98C1-D255C9A4FE88}" type="pres">
      <dgm:prSet presAssocID="{1EDE10EE-4A89-D54C-94DC-853B3F1B1993}" presName="root2" presStyleCnt="0"/>
      <dgm:spPr/>
    </dgm:pt>
    <dgm:pt modelId="{BEBA753B-EBD7-6A40-A54E-865D11FE9C44}" type="pres">
      <dgm:prSet presAssocID="{1EDE10EE-4A89-D54C-94DC-853B3F1B1993}" presName="LevelTwoTextNode" presStyleLbl="node4" presStyleIdx="3" presStyleCnt="4">
        <dgm:presLayoutVars>
          <dgm:chPref val="3"/>
        </dgm:presLayoutVars>
      </dgm:prSet>
      <dgm:spPr/>
    </dgm:pt>
    <dgm:pt modelId="{98CA1B53-13BC-1149-B1F9-C26B3F117E77}" type="pres">
      <dgm:prSet presAssocID="{1EDE10EE-4A89-D54C-94DC-853B3F1B1993}" presName="level3hierChild" presStyleCnt="0"/>
      <dgm:spPr/>
    </dgm:pt>
    <dgm:pt modelId="{0511D343-6CEB-2942-AD87-61296962961A}" type="pres">
      <dgm:prSet presAssocID="{C9D6B71E-EC8D-BA49-8D70-D33E4518178C}" presName="conn2-1" presStyleLbl="parChTrans1D2" presStyleIdx="4" presStyleCnt="9"/>
      <dgm:spPr/>
    </dgm:pt>
    <dgm:pt modelId="{765FF19B-1BE4-4F42-A84C-17AF5E428841}" type="pres">
      <dgm:prSet presAssocID="{C9D6B71E-EC8D-BA49-8D70-D33E4518178C}" presName="connTx" presStyleLbl="parChTrans1D2" presStyleIdx="4" presStyleCnt="9"/>
      <dgm:spPr/>
    </dgm:pt>
    <dgm:pt modelId="{3A06C1CB-0C94-F245-B75C-4B0D4EC53A67}" type="pres">
      <dgm:prSet presAssocID="{37222DCE-4BEF-1840-8FB0-3C42DBD19CE4}" presName="root2" presStyleCnt="0"/>
      <dgm:spPr/>
    </dgm:pt>
    <dgm:pt modelId="{C850C5D5-89EE-4941-9742-7A3A9C5DF19E}" type="pres">
      <dgm:prSet presAssocID="{37222DCE-4BEF-1840-8FB0-3C42DBD19CE4}" presName="LevelTwoTextNode" presStyleLbl="node2" presStyleIdx="4" presStyleCnt="9">
        <dgm:presLayoutVars>
          <dgm:chPref val="3"/>
        </dgm:presLayoutVars>
      </dgm:prSet>
      <dgm:spPr/>
    </dgm:pt>
    <dgm:pt modelId="{9C082E0E-C652-7D40-8A67-01F4A6137CC5}" type="pres">
      <dgm:prSet presAssocID="{37222DCE-4BEF-1840-8FB0-3C42DBD19CE4}" presName="level3hierChild" presStyleCnt="0"/>
      <dgm:spPr/>
    </dgm:pt>
    <dgm:pt modelId="{BA1D96F1-0C11-734A-BEAF-D12689251123}" type="pres">
      <dgm:prSet presAssocID="{373FE1B6-BF84-A740-A737-448ABC01A2AA}" presName="conn2-1" presStyleLbl="parChTrans1D2" presStyleIdx="5" presStyleCnt="9"/>
      <dgm:spPr/>
    </dgm:pt>
    <dgm:pt modelId="{893AC928-C803-F241-9DC0-90031C4C94BE}" type="pres">
      <dgm:prSet presAssocID="{373FE1B6-BF84-A740-A737-448ABC01A2AA}" presName="connTx" presStyleLbl="parChTrans1D2" presStyleIdx="5" presStyleCnt="9"/>
      <dgm:spPr/>
    </dgm:pt>
    <dgm:pt modelId="{E11A127F-BBB5-5A4B-A271-3BAF961B9622}" type="pres">
      <dgm:prSet presAssocID="{12EAB764-FE1D-F047-9A81-27C463D65312}" presName="root2" presStyleCnt="0"/>
      <dgm:spPr/>
    </dgm:pt>
    <dgm:pt modelId="{D5D4E2F4-19AB-1546-9D03-10ADE8DDB62E}" type="pres">
      <dgm:prSet presAssocID="{12EAB764-FE1D-F047-9A81-27C463D65312}" presName="LevelTwoTextNode" presStyleLbl="node2" presStyleIdx="5" presStyleCnt="9">
        <dgm:presLayoutVars>
          <dgm:chPref val="3"/>
        </dgm:presLayoutVars>
      </dgm:prSet>
      <dgm:spPr/>
    </dgm:pt>
    <dgm:pt modelId="{4ACE132D-67B8-774E-922A-A4C0DA89D618}" type="pres">
      <dgm:prSet presAssocID="{12EAB764-FE1D-F047-9A81-27C463D65312}" presName="level3hierChild" presStyleCnt="0"/>
      <dgm:spPr/>
    </dgm:pt>
    <dgm:pt modelId="{5436B8B9-E78F-E941-A5A6-C0E3D327F3C8}" type="pres">
      <dgm:prSet presAssocID="{BBD8D511-13B4-664D-89DE-0F15C0860480}" presName="conn2-1" presStyleLbl="parChTrans1D3" presStyleIdx="4" presStyleCnt="6"/>
      <dgm:spPr/>
    </dgm:pt>
    <dgm:pt modelId="{7AFA966F-8D23-A541-8332-80240F421617}" type="pres">
      <dgm:prSet presAssocID="{BBD8D511-13B4-664D-89DE-0F15C0860480}" presName="connTx" presStyleLbl="parChTrans1D3" presStyleIdx="4" presStyleCnt="6"/>
      <dgm:spPr/>
    </dgm:pt>
    <dgm:pt modelId="{AF52ED3B-62AD-0045-8A82-40FD29DE1B6B}" type="pres">
      <dgm:prSet presAssocID="{DB00F5D9-412E-764E-87CD-28E1E26B6251}" presName="root2" presStyleCnt="0"/>
      <dgm:spPr/>
    </dgm:pt>
    <dgm:pt modelId="{E5E90B1E-C5CE-7D4B-A256-5D3A878C0862}" type="pres">
      <dgm:prSet presAssocID="{DB00F5D9-412E-764E-87CD-28E1E26B6251}" presName="LevelTwoTextNode" presStyleLbl="node3" presStyleIdx="4" presStyleCnt="6">
        <dgm:presLayoutVars>
          <dgm:chPref val="3"/>
        </dgm:presLayoutVars>
      </dgm:prSet>
      <dgm:spPr/>
    </dgm:pt>
    <dgm:pt modelId="{D899FF43-F7AB-884C-95E9-FF324CAF2DE8}" type="pres">
      <dgm:prSet presAssocID="{DB00F5D9-412E-764E-87CD-28E1E26B6251}" presName="level3hierChild" presStyleCnt="0"/>
      <dgm:spPr/>
    </dgm:pt>
    <dgm:pt modelId="{B94DC295-8E37-2949-B877-7E0BCF465191}" type="pres">
      <dgm:prSet presAssocID="{B6765E8C-7AB2-2143-A2AD-3A55FE44FD80}" presName="conn2-1" presStyleLbl="parChTrans1D2" presStyleIdx="6" presStyleCnt="9"/>
      <dgm:spPr/>
    </dgm:pt>
    <dgm:pt modelId="{9704057F-3617-D040-B187-C1B64EFC6312}" type="pres">
      <dgm:prSet presAssocID="{B6765E8C-7AB2-2143-A2AD-3A55FE44FD80}" presName="connTx" presStyleLbl="parChTrans1D2" presStyleIdx="6" presStyleCnt="9"/>
      <dgm:spPr/>
    </dgm:pt>
    <dgm:pt modelId="{B6BC02EA-A620-F641-9C75-F11E5755C41C}" type="pres">
      <dgm:prSet presAssocID="{4A050D9D-40CE-A841-81EA-223A7F977F9D}" presName="root2" presStyleCnt="0"/>
      <dgm:spPr/>
    </dgm:pt>
    <dgm:pt modelId="{F599BF8C-A65A-E841-B280-3635097C29B7}" type="pres">
      <dgm:prSet presAssocID="{4A050D9D-40CE-A841-81EA-223A7F977F9D}" presName="LevelTwoTextNode" presStyleLbl="node2" presStyleIdx="6" presStyleCnt="9">
        <dgm:presLayoutVars>
          <dgm:chPref val="3"/>
        </dgm:presLayoutVars>
      </dgm:prSet>
      <dgm:spPr/>
    </dgm:pt>
    <dgm:pt modelId="{C73D732E-0A57-994C-BD22-4E03F14620E9}" type="pres">
      <dgm:prSet presAssocID="{4A050D9D-40CE-A841-81EA-223A7F977F9D}" presName="level3hierChild" presStyleCnt="0"/>
      <dgm:spPr/>
    </dgm:pt>
    <dgm:pt modelId="{4BB4948C-5A27-1149-A188-FC6941AF0F37}" type="pres">
      <dgm:prSet presAssocID="{97D24932-C5E7-C542-AA3A-5417B565BBA5}" presName="conn2-1" presStyleLbl="parChTrans1D3" presStyleIdx="5" presStyleCnt="6"/>
      <dgm:spPr/>
    </dgm:pt>
    <dgm:pt modelId="{0FF756B4-2337-0041-904C-9916660B438C}" type="pres">
      <dgm:prSet presAssocID="{97D24932-C5E7-C542-AA3A-5417B565BBA5}" presName="connTx" presStyleLbl="parChTrans1D3" presStyleIdx="5" presStyleCnt="6"/>
      <dgm:spPr/>
    </dgm:pt>
    <dgm:pt modelId="{FEAF09E5-EECE-3142-A673-333A691B5BA9}" type="pres">
      <dgm:prSet presAssocID="{6CD70B19-8300-D448-970E-63448C953011}" presName="root2" presStyleCnt="0"/>
      <dgm:spPr/>
    </dgm:pt>
    <dgm:pt modelId="{0F7F6C11-72F3-EE40-839C-22F59868A4C8}" type="pres">
      <dgm:prSet presAssocID="{6CD70B19-8300-D448-970E-63448C953011}" presName="LevelTwoTextNode" presStyleLbl="node3" presStyleIdx="5" presStyleCnt="6">
        <dgm:presLayoutVars>
          <dgm:chPref val="3"/>
        </dgm:presLayoutVars>
      </dgm:prSet>
      <dgm:spPr/>
    </dgm:pt>
    <dgm:pt modelId="{C7325CD4-C20E-2246-A276-A23999FB577D}" type="pres">
      <dgm:prSet presAssocID="{6CD70B19-8300-D448-970E-63448C953011}" presName="level3hierChild" presStyleCnt="0"/>
      <dgm:spPr/>
    </dgm:pt>
    <dgm:pt modelId="{24A93EFA-2091-6246-84DB-F0B6A5D82B20}" type="pres">
      <dgm:prSet presAssocID="{5FADCCF9-EE34-164C-A545-89EFADBE034A}" presName="conn2-1" presStyleLbl="parChTrans1D2" presStyleIdx="7" presStyleCnt="9"/>
      <dgm:spPr/>
    </dgm:pt>
    <dgm:pt modelId="{FFFAEC07-50F8-DF4A-8337-FF5BEE83D812}" type="pres">
      <dgm:prSet presAssocID="{5FADCCF9-EE34-164C-A545-89EFADBE034A}" presName="connTx" presStyleLbl="parChTrans1D2" presStyleIdx="7" presStyleCnt="9"/>
      <dgm:spPr/>
    </dgm:pt>
    <dgm:pt modelId="{B8708FDF-05BC-0C4E-A707-0EA964F12BCF}" type="pres">
      <dgm:prSet presAssocID="{E8A31125-0F8A-DE46-AE27-EEBFAEAD16AA}" presName="root2" presStyleCnt="0"/>
      <dgm:spPr/>
    </dgm:pt>
    <dgm:pt modelId="{DB2A3FD7-9491-EF41-AA9C-0E67C26E5FEC}" type="pres">
      <dgm:prSet presAssocID="{E8A31125-0F8A-DE46-AE27-EEBFAEAD16AA}" presName="LevelTwoTextNode" presStyleLbl="node2" presStyleIdx="7" presStyleCnt="9">
        <dgm:presLayoutVars>
          <dgm:chPref val="3"/>
        </dgm:presLayoutVars>
      </dgm:prSet>
      <dgm:spPr/>
    </dgm:pt>
    <dgm:pt modelId="{E8A3FEF1-DEB2-4E4E-871B-3D1DCA0FAB9C}" type="pres">
      <dgm:prSet presAssocID="{E8A31125-0F8A-DE46-AE27-EEBFAEAD16AA}" presName="level3hierChild" presStyleCnt="0"/>
      <dgm:spPr/>
    </dgm:pt>
    <dgm:pt modelId="{6C9DE42C-75AE-6142-BF0F-42C095A1D810}" type="pres">
      <dgm:prSet presAssocID="{5B5AA07D-6128-8442-959E-959A0195506A}" presName="conn2-1" presStyleLbl="parChTrans1D2" presStyleIdx="8" presStyleCnt="9"/>
      <dgm:spPr/>
    </dgm:pt>
    <dgm:pt modelId="{D76E2962-8A03-7B40-8E14-D4BB5D53E745}" type="pres">
      <dgm:prSet presAssocID="{5B5AA07D-6128-8442-959E-959A0195506A}" presName="connTx" presStyleLbl="parChTrans1D2" presStyleIdx="8" presStyleCnt="9"/>
      <dgm:spPr/>
    </dgm:pt>
    <dgm:pt modelId="{BFA54B6F-8698-704C-A6F8-ACC8268771AD}" type="pres">
      <dgm:prSet presAssocID="{764E38B1-E589-BA44-BF07-E03BE6B691EE}" presName="root2" presStyleCnt="0"/>
      <dgm:spPr/>
    </dgm:pt>
    <dgm:pt modelId="{0DE7B41B-E229-FF43-9E93-A4FEA0BA76F1}" type="pres">
      <dgm:prSet presAssocID="{764E38B1-E589-BA44-BF07-E03BE6B691EE}" presName="LevelTwoTextNode" presStyleLbl="node2" presStyleIdx="8" presStyleCnt="9">
        <dgm:presLayoutVars>
          <dgm:chPref val="3"/>
        </dgm:presLayoutVars>
      </dgm:prSet>
      <dgm:spPr/>
    </dgm:pt>
    <dgm:pt modelId="{CFAD3A94-E416-A143-BB90-2945784C9729}" type="pres">
      <dgm:prSet presAssocID="{764E38B1-E589-BA44-BF07-E03BE6B691EE}" presName="level3hierChild" presStyleCnt="0"/>
      <dgm:spPr/>
    </dgm:pt>
  </dgm:ptLst>
  <dgm:cxnLst>
    <dgm:cxn modelId="{707F0E03-FCCF-C644-924B-9E954AB600C6}" srcId="{A78CC315-D0B6-A545-8C88-1787318AE8CE}" destId="{1EC73B71-AF11-034B-BB19-FF57870C2C44}" srcOrd="3" destOrd="0" parTransId="{7CD7CDA8-12FE-BA46-8883-630E9F0D12BD}" sibTransId="{F040E930-C0F0-A64E-92B3-CD1DB3176E8A}"/>
    <dgm:cxn modelId="{7BB85E05-4E72-0945-8A7F-DC3AD248300B}" type="presOf" srcId="{079DF8C0-F97F-5A4C-8227-072F795584C3}" destId="{35BE73E4-CA0E-854A-8D67-82ECD3E1163F}" srcOrd="0" destOrd="0" presId="urn:microsoft.com/office/officeart/2008/layout/HorizontalMultiLevelHierarchy"/>
    <dgm:cxn modelId="{1A504605-6FE8-3642-A474-9DC7F9D82E76}" type="presOf" srcId="{E8A31125-0F8A-DE46-AE27-EEBFAEAD16AA}" destId="{DB2A3FD7-9491-EF41-AA9C-0E67C26E5FEC}" srcOrd="0" destOrd="0" presId="urn:microsoft.com/office/officeart/2008/layout/HorizontalMultiLevelHierarchy"/>
    <dgm:cxn modelId="{BFEE6409-5278-6F48-852C-7B14F2B492C9}" srcId="{A78CC315-D0B6-A545-8C88-1787318AE8CE}" destId="{E8A31125-0F8A-DE46-AE27-EEBFAEAD16AA}" srcOrd="7" destOrd="0" parTransId="{5FADCCF9-EE34-164C-A545-89EFADBE034A}" sibTransId="{0650C9D5-09F5-6A4D-8461-40BB46018BFB}"/>
    <dgm:cxn modelId="{F326020A-6AE6-1949-930E-90B4222FE10F}" type="presOf" srcId="{C9D6B71E-EC8D-BA49-8D70-D33E4518178C}" destId="{765FF19B-1BE4-4F42-A84C-17AF5E428841}" srcOrd="1" destOrd="0" presId="urn:microsoft.com/office/officeart/2008/layout/HorizontalMultiLevelHierarchy"/>
    <dgm:cxn modelId="{CA194C10-9DC1-5142-826B-F80424EF83DC}" srcId="{AB4242E4-1C25-0941-B23E-B9BC0F5C064A}" destId="{D0107942-A874-724C-BB47-2D23E39A6181}" srcOrd="0" destOrd="0" parTransId="{F725A49B-E6D0-7B45-A935-794CD0FD72B6}" sibTransId="{D95E87F6-E5A6-C446-956A-176FCF9A7F6F}"/>
    <dgm:cxn modelId="{DA5B4411-5CFA-814D-8CA1-CD33FEE45DBF}" srcId="{A78CC315-D0B6-A545-8C88-1787318AE8CE}" destId="{EC0375BF-8F40-AD4A-AE2B-B69CB00AAB0E}" srcOrd="0" destOrd="0" parTransId="{F00C6969-8518-0943-95A0-48F5C16CF853}" sibTransId="{36D7A4E5-F346-6143-AC7C-D3E6950A8221}"/>
    <dgm:cxn modelId="{F6F87111-AAC4-E641-AC26-1E60F1145A7B}" type="presOf" srcId="{AB4242E4-1C25-0941-B23E-B9BC0F5C064A}" destId="{D596AF2A-3EF2-3F42-8CC6-6F4D70E7D386}" srcOrd="0" destOrd="0" presId="urn:microsoft.com/office/officeart/2008/layout/HorizontalMultiLevelHierarchy"/>
    <dgm:cxn modelId="{DF0A3312-A7FA-2D4F-BF00-CF1190ED3E8A}" type="presOf" srcId="{9471CD7C-D8FD-CA4A-A6AC-AA5B6827D078}" destId="{84D67AE3-C3A8-BD41-AE02-E95CC06C1CD5}" srcOrd="0" destOrd="0" presId="urn:microsoft.com/office/officeart/2008/layout/HorizontalMultiLevelHierarchy"/>
    <dgm:cxn modelId="{7A6C3E17-9857-5748-B696-7EE4C5C769C1}" type="presOf" srcId="{FD59EDE6-C5A2-8143-92C0-5BE235483583}" destId="{2DB7F016-B818-224A-A420-E2D5974EE4D4}" srcOrd="0" destOrd="0" presId="urn:microsoft.com/office/officeart/2008/layout/HorizontalMultiLevelHierarchy"/>
    <dgm:cxn modelId="{699B7220-4DD0-624F-BFA1-AAC5D43B6739}" srcId="{A78CC315-D0B6-A545-8C88-1787318AE8CE}" destId="{37222DCE-4BEF-1840-8FB0-3C42DBD19CE4}" srcOrd="4" destOrd="0" parTransId="{C9D6B71E-EC8D-BA49-8D70-D33E4518178C}" sibTransId="{1025C772-BE5E-CA4A-A402-5089D9C166E7}"/>
    <dgm:cxn modelId="{E1575B26-1A3E-D345-9579-649675C82B93}" type="presOf" srcId="{981829C9-94F9-7B4F-948C-5D82DD7223AF}" destId="{C60370CB-480A-EF4E-B521-C53C8C197360}" srcOrd="1" destOrd="0" presId="urn:microsoft.com/office/officeart/2008/layout/HorizontalMultiLevelHierarchy"/>
    <dgm:cxn modelId="{16269B26-AFD6-AB45-9943-DA5B940B354F}" type="presOf" srcId="{37222DCE-4BEF-1840-8FB0-3C42DBD19CE4}" destId="{C850C5D5-89EE-4941-9742-7A3A9C5DF19E}" srcOrd="0" destOrd="0" presId="urn:microsoft.com/office/officeart/2008/layout/HorizontalMultiLevelHierarchy"/>
    <dgm:cxn modelId="{E80B7827-9343-2940-AAAD-FF993DE7C4B4}" type="presOf" srcId="{9966EAA5-5255-C049-AE4C-99D5E1406D0B}" destId="{3574AC01-5F84-5D48-835D-161B5A53191C}" srcOrd="0" destOrd="0" presId="urn:microsoft.com/office/officeart/2008/layout/HorizontalMultiLevelHierarchy"/>
    <dgm:cxn modelId="{A0A2B52F-17BF-5749-8E49-C369E8AD1876}" srcId="{12EAB764-FE1D-F047-9A81-27C463D65312}" destId="{DB00F5D9-412E-764E-87CD-28E1E26B6251}" srcOrd="0" destOrd="0" parTransId="{BBD8D511-13B4-664D-89DE-0F15C0860480}" sibTransId="{0835BBFA-888E-8148-BD94-84870854349E}"/>
    <dgm:cxn modelId="{2D9AFF35-26F7-B743-A918-78D0D74F6625}" type="presOf" srcId="{981829C9-94F9-7B4F-948C-5D82DD7223AF}" destId="{A33BA428-394B-604E-90B6-26F883E5FA80}" srcOrd="0" destOrd="0" presId="urn:microsoft.com/office/officeart/2008/layout/HorizontalMultiLevelHierarchy"/>
    <dgm:cxn modelId="{4DA3DB36-5893-4A40-BDB0-F7405FC400E8}" type="presOf" srcId="{079DF8C0-F97F-5A4C-8227-072F795584C3}" destId="{C077EE9C-A2BB-FA4E-86A7-7EBE1271A79D}" srcOrd="1" destOrd="0" presId="urn:microsoft.com/office/officeart/2008/layout/HorizontalMultiLevelHierarchy"/>
    <dgm:cxn modelId="{7C6F375C-626F-6046-B50B-E0B4D28898C9}" type="presOf" srcId="{79128397-EE17-6C4C-95EE-D6F65CE2C8B7}" destId="{AD423102-A7A7-F542-B528-C134DF96460E}" srcOrd="0" destOrd="0" presId="urn:microsoft.com/office/officeart/2008/layout/HorizontalMultiLevelHierarchy"/>
    <dgm:cxn modelId="{B3F25F5C-87D7-9544-8A5B-5A1BEA207AF7}" type="presOf" srcId="{5B5AA07D-6128-8442-959E-959A0195506A}" destId="{D76E2962-8A03-7B40-8E14-D4BB5D53E745}" srcOrd="1" destOrd="0" presId="urn:microsoft.com/office/officeart/2008/layout/HorizontalMultiLevelHierarchy"/>
    <dgm:cxn modelId="{BA198B5C-F23E-D54D-A248-CD899FC23D32}" type="presOf" srcId="{DB00F5D9-412E-764E-87CD-28E1E26B6251}" destId="{E5E90B1E-C5CE-7D4B-A256-5D3A878C0862}" srcOrd="0" destOrd="0" presId="urn:microsoft.com/office/officeart/2008/layout/HorizontalMultiLevelHierarchy"/>
    <dgm:cxn modelId="{6F1D875F-3900-FD43-8753-78FF2F383ACA}" type="presOf" srcId="{12EAB764-FE1D-F047-9A81-27C463D65312}" destId="{D5D4E2F4-19AB-1546-9D03-10ADE8DDB62E}" srcOrd="0" destOrd="0" presId="urn:microsoft.com/office/officeart/2008/layout/HorizontalMultiLevelHierarchy"/>
    <dgm:cxn modelId="{AA70D65F-54D4-B54E-AAA1-F1972C0D5B7E}" type="presOf" srcId="{E29845D4-9ACE-4247-B492-A4F375688D84}" destId="{823C4A3C-3323-E64B-BEE7-721F80271C1D}" srcOrd="0" destOrd="0" presId="urn:microsoft.com/office/officeart/2008/layout/HorizontalMultiLevelHierarchy"/>
    <dgm:cxn modelId="{8C63D860-49F2-AD42-9A71-22C84D512A3E}" type="presOf" srcId="{C9D6B71E-EC8D-BA49-8D70-D33E4518178C}" destId="{0511D343-6CEB-2942-AD87-61296962961A}" srcOrd="0" destOrd="0" presId="urn:microsoft.com/office/officeart/2008/layout/HorizontalMultiLevelHierarchy"/>
    <dgm:cxn modelId="{DECA2761-5584-CE46-9D95-8CC1FF283AAD}" type="presOf" srcId="{B6765E8C-7AB2-2143-A2AD-3A55FE44FD80}" destId="{9704057F-3617-D040-B187-C1B64EFC6312}" srcOrd="1" destOrd="0" presId="urn:microsoft.com/office/officeart/2008/layout/HorizontalMultiLevelHierarchy"/>
    <dgm:cxn modelId="{0F132C61-6C5D-6F4E-991F-527F94B729A6}" type="presOf" srcId="{BBD8D511-13B4-664D-89DE-0F15C0860480}" destId="{7AFA966F-8D23-A541-8332-80240F421617}" srcOrd="1" destOrd="0" presId="urn:microsoft.com/office/officeart/2008/layout/HorizontalMultiLevelHierarchy"/>
    <dgm:cxn modelId="{56E71243-9E2D-D943-B6B1-B62A654295AD}" type="presOf" srcId="{5B5AA07D-6128-8442-959E-959A0195506A}" destId="{6C9DE42C-75AE-6142-BF0F-42C095A1D810}" srcOrd="0" destOrd="0" presId="urn:microsoft.com/office/officeart/2008/layout/HorizontalMultiLevelHierarchy"/>
    <dgm:cxn modelId="{671D2743-811A-5A40-8CC2-D0F3F8FD3F71}" type="presOf" srcId="{97D24932-C5E7-C542-AA3A-5417B565BBA5}" destId="{0FF756B4-2337-0041-904C-9916660B438C}" srcOrd="1" destOrd="0" presId="urn:microsoft.com/office/officeart/2008/layout/HorizontalMultiLevelHierarchy"/>
    <dgm:cxn modelId="{B81C7963-CF71-6F47-A733-15A8CBFA30C9}" type="presOf" srcId="{35013A5E-0056-9648-A565-9C75AD1BA956}" destId="{A4361D02-BA3D-9349-8514-56F3252A0D0C}" srcOrd="0" destOrd="0" presId="urn:microsoft.com/office/officeart/2008/layout/HorizontalMultiLevelHierarchy"/>
    <dgm:cxn modelId="{E1CA6E64-7F08-3046-84B5-D99EF818142D}" type="presOf" srcId="{16212192-80A7-6841-BB77-D241239A8F28}" destId="{4F20C035-B0E0-9542-8C8D-D995D4F5C23D}" srcOrd="0" destOrd="0" presId="urn:microsoft.com/office/officeart/2008/layout/HorizontalMultiLevelHierarchy"/>
    <dgm:cxn modelId="{68568C44-4872-8A48-8C4C-6EF256D6A1B7}" srcId="{35013A5E-0056-9648-A565-9C75AD1BA956}" destId="{1EDE10EE-4A89-D54C-94DC-853B3F1B1993}" srcOrd="0" destOrd="0" parTransId="{9471CD7C-D8FD-CA4A-A6AC-AA5B6827D078}" sibTransId="{169F56B8-ED0B-464E-A922-28C8C98F4B9E}"/>
    <dgm:cxn modelId="{66585D66-CB19-A04D-85A1-254058B045FE}" srcId="{EC0375BF-8F40-AD4A-AE2B-B69CB00AAB0E}" destId="{16212192-80A7-6841-BB77-D241239A8F28}" srcOrd="1" destOrd="0" parTransId="{705C698B-FC3B-3841-912B-23D9B06AE526}" sibTransId="{0659AB10-DCFC-A342-AF10-BF08C021B082}"/>
    <dgm:cxn modelId="{32204D47-DE99-B34C-B606-842C28FCFB4D}" srcId="{1EC73B71-AF11-034B-BB19-FF57870C2C44}" destId="{35013A5E-0056-9648-A565-9C75AD1BA956}" srcOrd="1" destOrd="0" parTransId="{6517652E-71AE-9845-A1F7-5B0DACCECE7C}" sibTransId="{FDE73CC8-4587-3A41-B9E6-4AEC6F6A1BCD}"/>
    <dgm:cxn modelId="{AFAC4849-E1B8-F748-AB3B-F0CB8588C0E4}" type="presOf" srcId="{CDAF50E0-3C9C-7C44-BAC3-0814CEBD7842}" destId="{21A82980-AABF-024D-AC86-EF2C68D44AFE}" srcOrd="0" destOrd="0" presId="urn:microsoft.com/office/officeart/2008/layout/HorizontalMultiLevelHierarchy"/>
    <dgm:cxn modelId="{3B3D3A4A-EB8E-9047-857E-111672A9EA4F}" type="presOf" srcId="{5FADCCF9-EE34-164C-A545-89EFADBE034A}" destId="{FFFAEC07-50F8-DF4A-8337-FF5BEE83D812}" srcOrd="1" destOrd="0" presId="urn:microsoft.com/office/officeart/2008/layout/HorizontalMultiLevelHierarchy"/>
    <dgm:cxn modelId="{5900F14B-1B1D-0749-920F-FFD9A1FA6167}" type="presOf" srcId="{7CD7CDA8-12FE-BA46-8883-630E9F0D12BD}" destId="{71FCE1B8-CB1A-6249-A827-6617C0C7F840}" srcOrd="0" destOrd="0" presId="urn:microsoft.com/office/officeart/2008/layout/HorizontalMultiLevelHierarchy"/>
    <dgm:cxn modelId="{10EE7470-F7B8-E94A-A0F8-339B2AEE910A}" type="presOf" srcId="{1EDE10EE-4A89-D54C-94DC-853B3F1B1993}" destId="{BEBA753B-EBD7-6A40-A54E-865D11FE9C44}" srcOrd="0" destOrd="0" presId="urn:microsoft.com/office/officeart/2008/layout/HorizontalMultiLevelHierarchy"/>
    <dgm:cxn modelId="{AB08CC55-A95F-A740-8BEA-29226E77A156}" type="presOf" srcId="{CDAF50E0-3C9C-7C44-BAC3-0814CEBD7842}" destId="{11A92D2F-BD66-414B-8EBD-2412D8E01765}" srcOrd="1" destOrd="0" presId="urn:microsoft.com/office/officeart/2008/layout/HorizontalMultiLevelHierarchy"/>
    <dgm:cxn modelId="{FB5AC658-4335-DE42-A910-D6E1B4BA5B26}" type="presOf" srcId="{373FE1B6-BF84-A740-A737-448ABC01A2AA}" destId="{BA1D96F1-0C11-734A-BEAF-D12689251123}" srcOrd="0" destOrd="0" presId="urn:microsoft.com/office/officeart/2008/layout/HorizontalMultiLevelHierarchy"/>
    <dgm:cxn modelId="{EB99EC59-DAB1-F44B-A5D8-337FA9CEDEF1}" type="presOf" srcId="{B6765E8C-7AB2-2143-A2AD-3A55FE44FD80}" destId="{B94DC295-8E37-2949-B877-7E0BCF465191}" srcOrd="0" destOrd="0" presId="urn:microsoft.com/office/officeart/2008/layout/HorizontalMultiLevelHierarchy"/>
    <dgm:cxn modelId="{B0EC9B5A-41D9-FF4E-B7D4-17D1DC3327DC}" type="presOf" srcId="{373FE1B6-BF84-A740-A737-448ABC01A2AA}" destId="{893AC928-C803-F241-9DC0-90031C4C94BE}" srcOrd="1" destOrd="0" presId="urn:microsoft.com/office/officeart/2008/layout/HorizontalMultiLevelHierarchy"/>
    <dgm:cxn modelId="{17634F7B-00CD-554F-BC2A-B2E3F4A2BF1E}" srcId="{A78CC315-D0B6-A545-8C88-1787318AE8CE}" destId="{4A050D9D-40CE-A841-81EA-223A7F977F9D}" srcOrd="6" destOrd="0" parTransId="{B6765E8C-7AB2-2143-A2AD-3A55FE44FD80}" sibTransId="{AF878C8E-911B-9044-8ABC-718C7E3D4C4F}"/>
    <dgm:cxn modelId="{839F9883-58D1-1F4E-B52C-60F7E16FFBDF}" type="presOf" srcId="{705C698B-FC3B-3841-912B-23D9B06AE526}" destId="{BE4FD910-700B-0E4F-8825-CEC9AD756DB7}" srcOrd="0" destOrd="0" presId="urn:microsoft.com/office/officeart/2008/layout/HorizontalMultiLevelHierarchy"/>
    <dgm:cxn modelId="{868D6388-23D7-3F48-B1A4-4B32B70FAC78}" srcId="{A78CC315-D0B6-A545-8C88-1787318AE8CE}" destId="{E29845D4-9ACE-4247-B492-A4F375688D84}" srcOrd="2" destOrd="0" parTransId="{79128397-EE17-6C4C-95EE-D6F65CE2C8B7}" sibTransId="{6D8AF9E7-4512-9E4F-9298-DEB5993B181E}"/>
    <dgm:cxn modelId="{F5B79289-41BD-1143-9A5D-811F17CF309E}" type="presOf" srcId="{705C698B-FC3B-3841-912B-23D9B06AE526}" destId="{A50C95BD-CA0C-A54B-BB9A-17F23AB328F1}" srcOrd="1" destOrd="0" presId="urn:microsoft.com/office/officeart/2008/layout/HorizontalMultiLevelHierarchy"/>
    <dgm:cxn modelId="{7B64608F-9AB9-0441-BA1F-4B7A48D96BBF}" srcId="{AB4242E4-1C25-0941-B23E-B9BC0F5C064A}" destId="{323AE8FD-89B3-494C-AAD5-2E5E39424B90}" srcOrd="1" destOrd="0" parTransId="{079DF8C0-F97F-5A4C-8227-072F795584C3}" sibTransId="{93D151B0-254A-F543-A3A6-285462373DFB}"/>
    <dgm:cxn modelId="{5D865F94-73AD-9540-B865-2D1971FADBB0}" type="presOf" srcId="{48361EF5-4671-B940-8F80-A91A9B3791E8}" destId="{73BC6A3D-C455-4C44-AA56-0547151B4E31}" srcOrd="0" destOrd="0" presId="urn:microsoft.com/office/officeart/2008/layout/HorizontalMultiLevelHierarchy"/>
    <dgm:cxn modelId="{DC5FA294-034B-F245-BD4C-BDC41F656DCA}" type="presOf" srcId="{1EC73B71-AF11-034B-BB19-FF57870C2C44}" destId="{12491220-3066-804B-8988-FB30C17CEEF8}" srcOrd="0" destOrd="0" presId="urn:microsoft.com/office/officeart/2008/layout/HorizontalMultiLevelHierarchy"/>
    <dgm:cxn modelId="{B9B19295-D0FC-B24B-B7EA-E796AAB62CE1}" srcId="{FD59EDE6-C5A2-8143-92C0-5BE235483583}" destId="{AB4242E4-1C25-0941-B23E-B9BC0F5C064A}" srcOrd="0" destOrd="0" parTransId="{723330A0-EBC3-D442-847D-AD122779BEB8}" sibTransId="{3BBEE2DE-6535-0840-9A2E-53B8A61697E1}"/>
    <dgm:cxn modelId="{F6CFF898-8F53-7545-B6C5-D1E4D64E5E81}" type="presOf" srcId="{6517652E-71AE-9845-A1F7-5B0DACCECE7C}" destId="{E2EA5D5E-E442-294D-AC28-B5892A37CA4E}" srcOrd="1" destOrd="0" presId="urn:microsoft.com/office/officeart/2008/layout/HorizontalMultiLevelHierarchy"/>
    <dgm:cxn modelId="{972E6D9B-77A7-9949-8355-7FEBF4A974D2}" type="presOf" srcId="{EC0375BF-8F40-AD4A-AE2B-B69CB00AAB0E}" destId="{FA5933FB-57ED-6643-9CDF-9582BF363E5C}" srcOrd="0" destOrd="0" presId="urn:microsoft.com/office/officeart/2008/layout/HorizontalMultiLevelHierarchy"/>
    <dgm:cxn modelId="{97E4FEA1-86AF-7144-9AD8-13DC4621F8E7}" type="presOf" srcId="{BBD8D511-13B4-664D-89DE-0F15C0860480}" destId="{5436B8B9-E78F-E941-A5A6-C0E3D327F3C8}" srcOrd="0" destOrd="0" presId="urn:microsoft.com/office/officeart/2008/layout/HorizontalMultiLevelHierarchy"/>
    <dgm:cxn modelId="{1CD645A4-3121-FA41-B34C-9AA410B76387}" type="presOf" srcId="{F00C6969-8518-0943-95A0-48F5C16CF853}" destId="{9F361AF5-2D13-2340-A40F-960A6FDAC804}" srcOrd="0" destOrd="0" presId="urn:microsoft.com/office/officeart/2008/layout/HorizontalMultiLevelHierarchy"/>
    <dgm:cxn modelId="{8B279CAB-628C-DD48-9A56-CB93E316215F}" type="presOf" srcId="{4A050D9D-40CE-A841-81EA-223A7F977F9D}" destId="{F599BF8C-A65A-E841-B280-3635097C29B7}" srcOrd="0" destOrd="0" presId="urn:microsoft.com/office/officeart/2008/layout/HorizontalMultiLevelHierarchy"/>
    <dgm:cxn modelId="{70549DB1-D1C0-524D-9E69-C3C7385E8973}" type="presOf" srcId="{F725A49B-E6D0-7B45-A935-794CD0FD72B6}" destId="{6071D057-7AAD-F04C-946C-E3CC41F587D8}" srcOrd="1" destOrd="0" presId="urn:microsoft.com/office/officeart/2008/layout/HorizontalMultiLevelHierarchy"/>
    <dgm:cxn modelId="{007F33B2-71E7-9542-9B59-DE4C5DC67E62}" srcId="{A78CC315-D0B6-A545-8C88-1787318AE8CE}" destId="{764E38B1-E589-BA44-BF07-E03BE6B691EE}" srcOrd="8" destOrd="0" parTransId="{5B5AA07D-6128-8442-959E-959A0195506A}" sibTransId="{DFB5A1BB-B872-1E43-90D4-C410D6C73F48}"/>
    <dgm:cxn modelId="{C19C08B3-6D8F-8546-ACDB-B9CA5D94152E}" type="presOf" srcId="{6CD70B19-8300-D448-970E-63448C953011}" destId="{0F7F6C11-72F3-EE40-839C-22F59868A4C8}" srcOrd="0" destOrd="0" presId="urn:microsoft.com/office/officeart/2008/layout/HorizontalMultiLevelHierarchy"/>
    <dgm:cxn modelId="{39BBABB8-00DB-2F44-8A0B-1EAB107DE6AD}" srcId="{EC0375BF-8F40-AD4A-AE2B-B69CB00AAB0E}" destId="{48361EF5-4671-B940-8F80-A91A9B3791E8}" srcOrd="0" destOrd="0" parTransId="{9966EAA5-5255-C049-AE4C-99D5E1406D0B}" sibTransId="{7E9EEF6D-CCC9-1142-B219-BE0B671BBDAE}"/>
    <dgm:cxn modelId="{C7ADFABB-9664-9345-AFDD-331B8FD253E2}" type="presOf" srcId="{5FADCCF9-EE34-164C-A545-89EFADBE034A}" destId="{24A93EFA-2091-6246-84DB-F0B6A5D82B20}" srcOrd="0" destOrd="0" presId="urn:microsoft.com/office/officeart/2008/layout/HorizontalMultiLevelHierarchy"/>
    <dgm:cxn modelId="{649CF4C4-06FF-514F-93A4-B1C88F0CEF31}" type="presOf" srcId="{8827CE18-3A23-2040-AC8A-04B542B12216}" destId="{08F29B7B-FE27-0841-AC51-16DE7D726421}" srcOrd="0" destOrd="0" presId="urn:microsoft.com/office/officeart/2008/layout/HorizontalMultiLevelHierarchy"/>
    <dgm:cxn modelId="{4237D5C5-9128-8A4A-8F12-B6DF2C94B1F2}" srcId="{A78CC315-D0B6-A545-8C88-1787318AE8CE}" destId="{FD483437-EECA-2C48-8B7F-CF032CE9A1CF}" srcOrd="1" destOrd="0" parTransId="{CDAF50E0-3C9C-7C44-BAC3-0814CEBD7842}" sibTransId="{5DFD88AE-4E7B-B749-AA89-2C00F127E5C1}"/>
    <dgm:cxn modelId="{678B12C7-4CD2-4344-8725-061134A6C7F0}" type="presOf" srcId="{723330A0-EBC3-D442-847D-AD122779BEB8}" destId="{D71C3B3E-7A24-564C-87B2-A68960BC3847}" srcOrd="0" destOrd="0" presId="urn:microsoft.com/office/officeart/2008/layout/HorizontalMultiLevelHierarchy"/>
    <dgm:cxn modelId="{F0CF0BD3-6602-704D-BF7F-AB8304346186}" type="presOf" srcId="{323AE8FD-89B3-494C-AAD5-2E5E39424B90}" destId="{8F45069C-83AF-BF4D-B0BB-61D4D200E665}" srcOrd="0" destOrd="0" presId="urn:microsoft.com/office/officeart/2008/layout/HorizontalMultiLevelHierarchy"/>
    <dgm:cxn modelId="{8A82E1D6-58A7-FD4D-BAFF-0565268266B5}" srcId="{1EC73B71-AF11-034B-BB19-FF57870C2C44}" destId="{FD59EDE6-C5A2-8143-92C0-5BE235483583}" srcOrd="0" destOrd="0" parTransId="{981829C9-94F9-7B4F-948C-5D82DD7223AF}" sibTransId="{7F3997EF-1F62-424F-B9D9-B93739B4D786}"/>
    <dgm:cxn modelId="{368347D9-56D6-FE49-ACB4-BA66AF268107}" type="presOf" srcId="{A78CC315-D0B6-A545-8C88-1787318AE8CE}" destId="{A564D956-CA21-0345-AC35-E07FC12F984F}" srcOrd="0" destOrd="0" presId="urn:microsoft.com/office/officeart/2008/layout/HorizontalMultiLevelHierarchy"/>
    <dgm:cxn modelId="{D2613EDC-40FB-7B48-ABDE-C987F1AC666D}" srcId="{8827CE18-3A23-2040-AC8A-04B542B12216}" destId="{A78CC315-D0B6-A545-8C88-1787318AE8CE}" srcOrd="0" destOrd="0" parTransId="{6F75A611-3934-694A-AE0C-C6EB8D5355B2}" sibTransId="{AE47B4B3-F0FB-2142-88FD-0E9140F07F1B}"/>
    <dgm:cxn modelId="{7626B6E1-1528-F946-8056-FF2DD91C14A9}" type="presOf" srcId="{7CD7CDA8-12FE-BA46-8883-630E9F0D12BD}" destId="{5BCC1333-CE83-2340-8026-BED1F9552314}" srcOrd="1" destOrd="0" presId="urn:microsoft.com/office/officeart/2008/layout/HorizontalMultiLevelHierarchy"/>
    <dgm:cxn modelId="{CB52ECE2-8C71-1A46-AA6B-DA2AD3746336}" type="presOf" srcId="{D0107942-A874-724C-BB47-2D23E39A6181}" destId="{F19F4FBB-7139-3344-A4D5-666706D1779C}" srcOrd="0" destOrd="0" presId="urn:microsoft.com/office/officeart/2008/layout/HorizontalMultiLevelHierarchy"/>
    <dgm:cxn modelId="{BA9B3CE3-3522-8B42-953B-5F21269DFC86}" type="presOf" srcId="{9966EAA5-5255-C049-AE4C-99D5E1406D0B}" destId="{49093BFC-D690-044B-BE5F-3B4136DC6DF1}" srcOrd="1" destOrd="0" presId="urn:microsoft.com/office/officeart/2008/layout/HorizontalMultiLevelHierarchy"/>
    <dgm:cxn modelId="{C78947E3-7968-F740-9702-13B0556EE280}" type="presOf" srcId="{723330A0-EBC3-D442-847D-AD122779BEB8}" destId="{6D33926D-EED3-DF46-927F-7A0A03B7F563}" srcOrd="1" destOrd="0" presId="urn:microsoft.com/office/officeart/2008/layout/HorizontalMultiLevelHierarchy"/>
    <dgm:cxn modelId="{D05EFAE3-D995-8F4B-9612-284B4CAD6E3F}" srcId="{A78CC315-D0B6-A545-8C88-1787318AE8CE}" destId="{12EAB764-FE1D-F047-9A81-27C463D65312}" srcOrd="5" destOrd="0" parTransId="{373FE1B6-BF84-A740-A737-448ABC01A2AA}" sibTransId="{4760B739-F004-8C4D-8BF1-E20410A05F49}"/>
    <dgm:cxn modelId="{A1988EE5-AD4D-F24A-8624-A45CA8E15523}" type="presOf" srcId="{6517652E-71AE-9845-A1F7-5B0DACCECE7C}" destId="{B8926198-A600-1846-8B62-4903F997848A}" srcOrd="0" destOrd="0" presId="urn:microsoft.com/office/officeart/2008/layout/HorizontalMultiLevelHierarchy"/>
    <dgm:cxn modelId="{B48CE5EC-1E80-D741-BBAC-8AA3F60084D0}" type="presOf" srcId="{97D24932-C5E7-C542-AA3A-5417B565BBA5}" destId="{4BB4948C-5A27-1149-A188-FC6941AF0F37}" srcOrd="0" destOrd="0" presId="urn:microsoft.com/office/officeart/2008/layout/HorizontalMultiLevelHierarchy"/>
    <dgm:cxn modelId="{585F1FEE-9418-5B4F-B4D8-568677D6FDB3}" type="presOf" srcId="{9471CD7C-D8FD-CA4A-A6AC-AA5B6827D078}" destId="{8AC6F827-B5C9-324C-A130-77130B7A3BBE}" srcOrd="1" destOrd="0" presId="urn:microsoft.com/office/officeart/2008/layout/HorizontalMultiLevelHierarchy"/>
    <dgm:cxn modelId="{9596CBF0-C4F7-5746-A673-B8E0132EA287}" type="presOf" srcId="{79128397-EE17-6C4C-95EE-D6F65CE2C8B7}" destId="{F53DC611-327E-5E46-A5AC-5A75D73DC182}" srcOrd="1" destOrd="0" presId="urn:microsoft.com/office/officeart/2008/layout/HorizontalMultiLevelHierarchy"/>
    <dgm:cxn modelId="{1F5612F4-B2DC-524D-8D1E-E926947C4371}" type="presOf" srcId="{F725A49B-E6D0-7B45-A935-794CD0FD72B6}" destId="{92581162-A142-EE49-A880-026DD04C2FB3}" srcOrd="0" destOrd="0" presId="urn:microsoft.com/office/officeart/2008/layout/HorizontalMultiLevelHierarchy"/>
    <dgm:cxn modelId="{9C4BC4F7-7564-DA45-974C-6B4065C58280}" type="presOf" srcId="{764E38B1-E589-BA44-BF07-E03BE6B691EE}" destId="{0DE7B41B-E229-FF43-9E93-A4FEA0BA76F1}" srcOrd="0" destOrd="0" presId="urn:microsoft.com/office/officeart/2008/layout/HorizontalMultiLevelHierarchy"/>
    <dgm:cxn modelId="{B2DBB2F9-4AAC-EC44-B89F-20E54D9616BE}" type="presOf" srcId="{FD483437-EECA-2C48-8B7F-CF032CE9A1CF}" destId="{16860075-F7A7-CE45-9639-3D34B7AFAE8D}" srcOrd="0" destOrd="0" presId="urn:microsoft.com/office/officeart/2008/layout/HorizontalMultiLevelHierarchy"/>
    <dgm:cxn modelId="{634434FC-E61E-5C47-9EED-A6111990BBC3}" srcId="{4A050D9D-40CE-A841-81EA-223A7F977F9D}" destId="{6CD70B19-8300-D448-970E-63448C953011}" srcOrd="0" destOrd="0" parTransId="{97D24932-C5E7-C542-AA3A-5417B565BBA5}" sibTransId="{A054701B-A4FC-0A41-8EAF-75E07A5E6BC5}"/>
    <dgm:cxn modelId="{5F2DB8FC-6FFD-464B-8F14-AFEAA56A9BC5}" type="presOf" srcId="{F00C6969-8518-0943-95A0-48F5C16CF853}" destId="{8DF1CC0A-43D3-A84A-B2ED-C5324362DD90}" srcOrd="1" destOrd="0" presId="urn:microsoft.com/office/officeart/2008/layout/HorizontalMultiLevelHierarchy"/>
    <dgm:cxn modelId="{A6B34713-B5C5-9149-9A77-C53528B102EB}" type="presParOf" srcId="{08F29B7B-FE27-0841-AC51-16DE7D726421}" destId="{4E5B0B90-40AE-0844-A565-C074452174BB}" srcOrd="0" destOrd="0" presId="urn:microsoft.com/office/officeart/2008/layout/HorizontalMultiLevelHierarchy"/>
    <dgm:cxn modelId="{53B8066D-940D-7C45-8888-F1DE9417AA3B}" type="presParOf" srcId="{4E5B0B90-40AE-0844-A565-C074452174BB}" destId="{A564D956-CA21-0345-AC35-E07FC12F984F}" srcOrd="0" destOrd="0" presId="urn:microsoft.com/office/officeart/2008/layout/HorizontalMultiLevelHierarchy"/>
    <dgm:cxn modelId="{2895CF42-878A-964A-B383-13EE964FA0D7}" type="presParOf" srcId="{4E5B0B90-40AE-0844-A565-C074452174BB}" destId="{B7F4E59B-FD51-E843-A595-8803F46F91D4}" srcOrd="1" destOrd="0" presId="urn:microsoft.com/office/officeart/2008/layout/HorizontalMultiLevelHierarchy"/>
    <dgm:cxn modelId="{6EE9AA0F-8953-034D-A518-076A2019C353}" type="presParOf" srcId="{B7F4E59B-FD51-E843-A595-8803F46F91D4}" destId="{9F361AF5-2D13-2340-A40F-960A6FDAC804}" srcOrd="0" destOrd="0" presId="urn:microsoft.com/office/officeart/2008/layout/HorizontalMultiLevelHierarchy"/>
    <dgm:cxn modelId="{944E8FDC-95FB-B14D-92C8-B8E777DB60A7}" type="presParOf" srcId="{9F361AF5-2D13-2340-A40F-960A6FDAC804}" destId="{8DF1CC0A-43D3-A84A-B2ED-C5324362DD90}" srcOrd="0" destOrd="0" presId="urn:microsoft.com/office/officeart/2008/layout/HorizontalMultiLevelHierarchy"/>
    <dgm:cxn modelId="{13E6CE43-ADA0-224E-B71A-3099DE8911F5}" type="presParOf" srcId="{B7F4E59B-FD51-E843-A595-8803F46F91D4}" destId="{D4E65FD5-0B46-2746-A49D-96D1BD98084C}" srcOrd="1" destOrd="0" presId="urn:microsoft.com/office/officeart/2008/layout/HorizontalMultiLevelHierarchy"/>
    <dgm:cxn modelId="{99871855-51BA-6944-929D-63BC9255D9E5}" type="presParOf" srcId="{D4E65FD5-0B46-2746-A49D-96D1BD98084C}" destId="{FA5933FB-57ED-6643-9CDF-9582BF363E5C}" srcOrd="0" destOrd="0" presId="urn:microsoft.com/office/officeart/2008/layout/HorizontalMultiLevelHierarchy"/>
    <dgm:cxn modelId="{40CFA938-DA61-5E4C-8928-31130A7734BD}" type="presParOf" srcId="{D4E65FD5-0B46-2746-A49D-96D1BD98084C}" destId="{26CA83B1-FAEE-2049-BF17-12C03DA7E01E}" srcOrd="1" destOrd="0" presId="urn:microsoft.com/office/officeart/2008/layout/HorizontalMultiLevelHierarchy"/>
    <dgm:cxn modelId="{6C4C30F3-39F9-A047-BDB0-77874AA546DB}" type="presParOf" srcId="{26CA83B1-FAEE-2049-BF17-12C03DA7E01E}" destId="{3574AC01-5F84-5D48-835D-161B5A53191C}" srcOrd="0" destOrd="0" presId="urn:microsoft.com/office/officeart/2008/layout/HorizontalMultiLevelHierarchy"/>
    <dgm:cxn modelId="{932A49B0-1286-3140-9230-407358F8617F}" type="presParOf" srcId="{3574AC01-5F84-5D48-835D-161B5A53191C}" destId="{49093BFC-D690-044B-BE5F-3B4136DC6DF1}" srcOrd="0" destOrd="0" presId="urn:microsoft.com/office/officeart/2008/layout/HorizontalMultiLevelHierarchy"/>
    <dgm:cxn modelId="{18D620BC-83D6-264F-B30E-EC807BCB6D53}" type="presParOf" srcId="{26CA83B1-FAEE-2049-BF17-12C03DA7E01E}" destId="{BEA93327-03AD-CC4C-A78A-EB627C31DA09}" srcOrd="1" destOrd="0" presId="urn:microsoft.com/office/officeart/2008/layout/HorizontalMultiLevelHierarchy"/>
    <dgm:cxn modelId="{E892F4D5-251B-D34C-B468-CA559970C112}" type="presParOf" srcId="{BEA93327-03AD-CC4C-A78A-EB627C31DA09}" destId="{73BC6A3D-C455-4C44-AA56-0547151B4E31}" srcOrd="0" destOrd="0" presId="urn:microsoft.com/office/officeart/2008/layout/HorizontalMultiLevelHierarchy"/>
    <dgm:cxn modelId="{58227E3A-9D04-2844-96EE-7956052DDC4E}" type="presParOf" srcId="{BEA93327-03AD-CC4C-A78A-EB627C31DA09}" destId="{C3152062-2ED7-2C42-ABB2-4E53E2D8E9E4}" srcOrd="1" destOrd="0" presId="urn:microsoft.com/office/officeart/2008/layout/HorizontalMultiLevelHierarchy"/>
    <dgm:cxn modelId="{381C3169-2491-CB4C-ADC0-F3E8E43E71EE}" type="presParOf" srcId="{26CA83B1-FAEE-2049-BF17-12C03DA7E01E}" destId="{BE4FD910-700B-0E4F-8825-CEC9AD756DB7}" srcOrd="2" destOrd="0" presId="urn:microsoft.com/office/officeart/2008/layout/HorizontalMultiLevelHierarchy"/>
    <dgm:cxn modelId="{4B4A3711-BA7C-E447-961E-C594B46B0ED7}" type="presParOf" srcId="{BE4FD910-700B-0E4F-8825-CEC9AD756DB7}" destId="{A50C95BD-CA0C-A54B-BB9A-17F23AB328F1}" srcOrd="0" destOrd="0" presId="urn:microsoft.com/office/officeart/2008/layout/HorizontalMultiLevelHierarchy"/>
    <dgm:cxn modelId="{1EC33F72-F865-874B-8A7F-0BA28BAB58B8}" type="presParOf" srcId="{26CA83B1-FAEE-2049-BF17-12C03DA7E01E}" destId="{5316351A-1627-EE45-B007-6F0EB1AFFCB9}" srcOrd="3" destOrd="0" presId="urn:microsoft.com/office/officeart/2008/layout/HorizontalMultiLevelHierarchy"/>
    <dgm:cxn modelId="{FFCAD81B-4F91-FF4F-82D9-81AF337DCDA2}" type="presParOf" srcId="{5316351A-1627-EE45-B007-6F0EB1AFFCB9}" destId="{4F20C035-B0E0-9542-8C8D-D995D4F5C23D}" srcOrd="0" destOrd="0" presId="urn:microsoft.com/office/officeart/2008/layout/HorizontalMultiLevelHierarchy"/>
    <dgm:cxn modelId="{DBDC2704-CD96-CA42-9628-41C040BE3796}" type="presParOf" srcId="{5316351A-1627-EE45-B007-6F0EB1AFFCB9}" destId="{913B4525-F8A2-F940-9A17-CB932E570DA7}" srcOrd="1" destOrd="0" presId="urn:microsoft.com/office/officeart/2008/layout/HorizontalMultiLevelHierarchy"/>
    <dgm:cxn modelId="{640EA074-8904-D54A-9C31-1B0128E07281}" type="presParOf" srcId="{B7F4E59B-FD51-E843-A595-8803F46F91D4}" destId="{21A82980-AABF-024D-AC86-EF2C68D44AFE}" srcOrd="2" destOrd="0" presId="urn:microsoft.com/office/officeart/2008/layout/HorizontalMultiLevelHierarchy"/>
    <dgm:cxn modelId="{6DFBFEB4-637B-3A48-B58C-545DFCA3C3B7}" type="presParOf" srcId="{21A82980-AABF-024D-AC86-EF2C68D44AFE}" destId="{11A92D2F-BD66-414B-8EBD-2412D8E01765}" srcOrd="0" destOrd="0" presId="urn:microsoft.com/office/officeart/2008/layout/HorizontalMultiLevelHierarchy"/>
    <dgm:cxn modelId="{25B95B3D-CDBE-D842-91BA-7BA3E0CE7DBA}" type="presParOf" srcId="{B7F4E59B-FD51-E843-A595-8803F46F91D4}" destId="{E025B8CF-1623-814C-A096-28F7C7228E66}" srcOrd="3" destOrd="0" presId="urn:microsoft.com/office/officeart/2008/layout/HorizontalMultiLevelHierarchy"/>
    <dgm:cxn modelId="{331EB673-2B99-4D4C-A7E8-644415334FCC}" type="presParOf" srcId="{E025B8CF-1623-814C-A096-28F7C7228E66}" destId="{16860075-F7A7-CE45-9639-3D34B7AFAE8D}" srcOrd="0" destOrd="0" presId="urn:microsoft.com/office/officeart/2008/layout/HorizontalMultiLevelHierarchy"/>
    <dgm:cxn modelId="{2B3661A6-1297-CD45-BF34-FC486C2F6B27}" type="presParOf" srcId="{E025B8CF-1623-814C-A096-28F7C7228E66}" destId="{D310B57B-1005-1446-9964-FA798686E085}" srcOrd="1" destOrd="0" presId="urn:microsoft.com/office/officeart/2008/layout/HorizontalMultiLevelHierarchy"/>
    <dgm:cxn modelId="{A091CFEE-F4E0-0F42-89B0-5E8722900CAD}" type="presParOf" srcId="{B7F4E59B-FD51-E843-A595-8803F46F91D4}" destId="{AD423102-A7A7-F542-B528-C134DF96460E}" srcOrd="4" destOrd="0" presId="urn:microsoft.com/office/officeart/2008/layout/HorizontalMultiLevelHierarchy"/>
    <dgm:cxn modelId="{9AA1574D-95A5-D54C-B203-70631F19A172}" type="presParOf" srcId="{AD423102-A7A7-F542-B528-C134DF96460E}" destId="{F53DC611-327E-5E46-A5AC-5A75D73DC182}" srcOrd="0" destOrd="0" presId="urn:microsoft.com/office/officeart/2008/layout/HorizontalMultiLevelHierarchy"/>
    <dgm:cxn modelId="{30D2C86D-21B6-8C4A-BB47-90A9AFBF1E72}" type="presParOf" srcId="{B7F4E59B-FD51-E843-A595-8803F46F91D4}" destId="{939A13B1-80EF-C94A-8E48-FF6B35FD2779}" srcOrd="5" destOrd="0" presId="urn:microsoft.com/office/officeart/2008/layout/HorizontalMultiLevelHierarchy"/>
    <dgm:cxn modelId="{514355C6-197A-7E4E-B950-84001C7159A8}" type="presParOf" srcId="{939A13B1-80EF-C94A-8E48-FF6B35FD2779}" destId="{823C4A3C-3323-E64B-BEE7-721F80271C1D}" srcOrd="0" destOrd="0" presId="urn:microsoft.com/office/officeart/2008/layout/HorizontalMultiLevelHierarchy"/>
    <dgm:cxn modelId="{86177798-4528-974B-B11C-435C743A4226}" type="presParOf" srcId="{939A13B1-80EF-C94A-8E48-FF6B35FD2779}" destId="{BE3B59CC-DFAC-9448-9FC7-340C0CD0AEF1}" srcOrd="1" destOrd="0" presId="urn:microsoft.com/office/officeart/2008/layout/HorizontalMultiLevelHierarchy"/>
    <dgm:cxn modelId="{BC79E1AC-C5A5-8640-BD86-2481F97C78A8}" type="presParOf" srcId="{B7F4E59B-FD51-E843-A595-8803F46F91D4}" destId="{71FCE1B8-CB1A-6249-A827-6617C0C7F840}" srcOrd="6" destOrd="0" presId="urn:microsoft.com/office/officeart/2008/layout/HorizontalMultiLevelHierarchy"/>
    <dgm:cxn modelId="{2382BC48-EFBA-8D43-B3EB-2EA46F970F39}" type="presParOf" srcId="{71FCE1B8-CB1A-6249-A827-6617C0C7F840}" destId="{5BCC1333-CE83-2340-8026-BED1F9552314}" srcOrd="0" destOrd="0" presId="urn:microsoft.com/office/officeart/2008/layout/HorizontalMultiLevelHierarchy"/>
    <dgm:cxn modelId="{96D90D41-C207-6647-B7D6-80E7202C8A80}" type="presParOf" srcId="{B7F4E59B-FD51-E843-A595-8803F46F91D4}" destId="{4F2B6F1E-2F4C-A649-803A-F33F88E725C5}" srcOrd="7" destOrd="0" presId="urn:microsoft.com/office/officeart/2008/layout/HorizontalMultiLevelHierarchy"/>
    <dgm:cxn modelId="{8341D0B3-09B7-834C-A6DD-A6E168D5BBB7}" type="presParOf" srcId="{4F2B6F1E-2F4C-A649-803A-F33F88E725C5}" destId="{12491220-3066-804B-8988-FB30C17CEEF8}" srcOrd="0" destOrd="0" presId="urn:microsoft.com/office/officeart/2008/layout/HorizontalMultiLevelHierarchy"/>
    <dgm:cxn modelId="{DF341212-A1B0-DD46-86DE-B22B9F3F7553}" type="presParOf" srcId="{4F2B6F1E-2F4C-A649-803A-F33F88E725C5}" destId="{B9378CA5-9192-7D41-A13B-691B373EC9D4}" srcOrd="1" destOrd="0" presId="urn:microsoft.com/office/officeart/2008/layout/HorizontalMultiLevelHierarchy"/>
    <dgm:cxn modelId="{B26AAB56-EB4E-E24F-82D4-D9E5B60C6001}" type="presParOf" srcId="{B9378CA5-9192-7D41-A13B-691B373EC9D4}" destId="{A33BA428-394B-604E-90B6-26F883E5FA80}" srcOrd="0" destOrd="0" presId="urn:microsoft.com/office/officeart/2008/layout/HorizontalMultiLevelHierarchy"/>
    <dgm:cxn modelId="{E33ED049-38F7-0C4D-BD0D-F091B2760CFA}" type="presParOf" srcId="{A33BA428-394B-604E-90B6-26F883E5FA80}" destId="{C60370CB-480A-EF4E-B521-C53C8C197360}" srcOrd="0" destOrd="0" presId="urn:microsoft.com/office/officeart/2008/layout/HorizontalMultiLevelHierarchy"/>
    <dgm:cxn modelId="{1B735E81-D2A1-BE4A-B9B2-A7A65425322A}" type="presParOf" srcId="{B9378CA5-9192-7D41-A13B-691B373EC9D4}" destId="{5F103C98-F71C-A54C-A2C6-BB6FB98E4CC4}" srcOrd="1" destOrd="0" presId="urn:microsoft.com/office/officeart/2008/layout/HorizontalMultiLevelHierarchy"/>
    <dgm:cxn modelId="{F424D230-2756-0744-9F9B-A2A570E4A33B}" type="presParOf" srcId="{5F103C98-F71C-A54C-A2C6-BB6FB98E4CC4}" destId="{2DB7F016-B818-224A-A420-E2D5974EE4D4}" srcOrd="0" destOrd="0" presId="urn:microsoft.com/office/officeart/2008/layout/HorizontalMultiLevelHierarchy"/>
    <dgm:cxn modelId="{531EED3E-3A49-C54D-B092-51A442565F36}" type="presParOf" srcId="{5F103C98-F71C-A54C-A2C6-BB6FB98E4CC4}" destId="{DAE0D322-2A87-7641-9D92-6BD863F3932C}" srcOrd="1" destOrd="0" presId="urn:microsoft.com/office/officeart/2008/layout/HorizontalMultiLevelHierarchy"/>
    <dgm:cxn modelId="{309BF549-BC32-A141-9BD6-0BA60253EA55}" type="presParOf" srcId="{DAE0D322-2A87-7641-9D92-6BD863F3932C}" destId="{D71C3B3E-7A24-564C-87B2-A68960BC3847}" srcOrd="0" destOrd="0" presId="urn:microsoft.com/office/officeart/2008/layout/HorizontalMultiLevelHierarchy"/>
    <dgm:cxn modelId="{83BBBA72-EB95-4945-B4E9-A27D13CE84B8}" type="presParOf" srcId="{D71C3B3E-7A24-564C-87B2-A68960BC3847}" destId="{6D33926D-EED3-DF46-927F-7A0A03B7F563}" srcOrd="0" destOrd="0" presId="urn:microsoft.com/office/officeart/2008/layout/HorizontalMultiLevelHierarchy"/>
    <dgm:cxn modelId="{6BAB2F14-7F3A-1B48-8079-13B344210A37}" type="presParOf" srcId="{DAE0D322-2A87-7641-9D92-6BD863F3932C}" destId="{E86695F4-6636-6942-99DA-DCF242D78143}" srcOrd="1" destOrd="0" presId="urn:microsoft.com/office/officeart/2008/layout/HorizontalMultiLevelHierarchy"/>
    <dgm:cxn modelId="{F7313E95-38DF-0A45-BD46-6D7F6A5DCA9E}" type="presParOf" srcId="{E86695F4-6636-6942-99DA-DCF242D78143}" destId="{D596AF2A-3EF2-3F42-8CC6-6F4D70E7D386}" srcOrd="0" destOrd="0" presId="urn:microsoft.com/office/officeart/2008/layout/HorizontalMultiLevelHierarchy"/>
    <dgm:cxn modelId="{4A1CC36A-8C88-DC45-A8E4-E84640D68B74}" type="presParOf" srcId="{E86695F4-6636-6942-99DA-DCF242D78143}" destId="{E8EC8D51-C44B-D343-9038-D871E8A194DF}" srcOrd="1" destOrd="0" presId="urn:microsoft.com/office/officeart/2008/layout/HorizontalMultiLevelHierarchy"/>
    <dgm:cxn modelId="{B2AC7F79-A5B3-6C41-9C3B-5D6B5B059E43}" type="presParOf" srcId="{E8EC8D51-C44B-D343-9038-D871E8A194DF}" destId="{92581162-A142-EE49-A880-026DD04C2FB3}" srcOrd="0" destOrd="0" presId="urn:microsoft.com/office/officeart/2008/layout/HorizontalMultiLevelHierarchy"/>
    <dgm:cxn modelId="{08BC1B31-90B3-BD4D-BE2B-8E97899490EF}" type="presParOf" srcId="{92581162-A142-EE49-A880-026DD04C2FB3}" destId="{6071D057-7AAD-F04C-946C-E3CC41F587D8}" srcOrd="0" destOrd="0" presId="urn:microsoft.com/office/officeart/2008/layout/HorizontalMultiLevelHierarchy"/>
    <dgm:cxn modelId="{CD013E23-9039-854E-82FE-216DBD8768AA}" type="presParOf" srcId="{E8EC8D51-C44B-D343-9038-D871E8A194DF}" destId="{29D18BE9-045B-724E-9367-B7140E9E0107}" srcOrd="1" destOrd="0" presId="urn:microsoft.com/office/officeart/2008/layout/HorizontalMultiLevelHierarchy"/>
    <dgm:cxn modelId="{E89A3006-DF80-934C-9EE4-85F605BD0559}" type="presParOf" srcId="{29D18BE9-045B-724E-9367-B7140E9E0107}" destId="{F19F4FBB-7139-3344-A4D5-666706D1779C}" srcOrd="0" destOrd="0" presId="urn:microsoft.com/office/officeart/2008/layout/HorizontalMultiLevelHierarchy"/>
    <dgm:cxn modelId="{90AA80BA-CEC6-924F-8ED9-F0A67280F87E}" type="presParOf" srcId="{29D18BE9-045B-724E-9367-B7140E9E0107}" destId="{3D2E0FAA-A9F3-C147-9E20-3334EE0AE389}" srcOrd="1" destOrd="0" presId="urn:microsoft.com/office/officeart/2008/layout/HorizontalMultiLevelHierarchy"/>
    <dgm:cxn modelId="{91128887-6A4D-1343-BDC4-D7754FD864D8}" type="presParOf" srcId="{E8EC8D51-C44B-D343-9038-D871E8A194DF}" destId="{35BE73E4-CA0E-854A-8D67-82ECD3E1163F}" srcOrd="2" destOrd="0" presId="urn:microsoft.com/office/officeart/2008/layout/HorizontalMultiLevelHierarchy"/>
    <dgm:cxn modelId="{6CB513BA-2CA8-8B45-9A17-DD3265AD31E6}" type="presParOf" srcId="{35BE73E4-CA0E-854A-8D67-82ECD3E1163F}" destId="{C077EE9C-A2BB-FA4E-86A7-7EBE1271A79D}" srcOrd="0" destOrd="0" presId="urn:microsoft.com/office/officeart/2008/layout/HorizontalMultiLevelHierarchy"/>
    <dgm:cxn modelId="{C03CD97A-FA91-7540-A884-46719D58B883}" type="presParOf" srcId="{E8EC8D51-C44B-D343-9038-D871E8A194DF}" destId="{FAF0A4BA-3A2B-E040-AA1D-62A5897C734C}" srcOrd="3" destOrd="0" presId="urn:microsoft.com/office/officeart/2008/layout/HorizontalMultiLevelHierarchy"/>
    <dgm:cxn modelId="{23AC92A3-015D-2F47-9740-7C1452DB3B01}" type="presParOf" srcId="{FAF0A4BA-3A2B-E040-AA1D-62A5897C734C}" destId="{8F45069C-83AF-BF4D-B0BB-61D4D200E665}" srcOrd="0" destOrd="0" presId="urn:microsoft.com/office/officeart/2008/layout/HorizontalMultiLevelHierarchy"/>
    <dgm:cxn modelId="{A2629031-6759-324F-ACB8-D88AFA13B755}" type="presParOf" srcId="{FAF0A4BA-3A2B-E040-AA1D-62A5897C734C}" destId="{E0F7A618-F359-F64A-9148-0C376F570382}" srcOrd="1" destOrd="0" presId="urn:microsoft.com/office/officeart/2008/layout/HorizontalMultiLevelHierarchy"/>
    <dgm:cxn modelId="{8F6580B1-A822-5D45-B4A6-79E5AEA51C0C}" type="presParOf" srcId="{B9378CA5-9192-7D41-A13B-691B373EC9D4}" destId="{B8926198-A600-1846-8B62-4903F997848A}" srcOrd="2" destOrd="0" presId="urn:microsoft.com/office/officeart/2008/layout/HorizontalMultiLevelHierarchy"/>
    <dgm:cxn modelId="{E4DB0343-D04D-3247-9697-293EB948E7F0}" type="presParOf" srcId="{B8926198-A600-1846-8B62-4903F997848A}" destId="{E2EA5D5E-E442-294D-AC28-B5892A37CA4E}" srcOrd="0" destOrd="0" presId="urn:microsoft.com/office/officeart/2008/layout/HorizontalMultiLevelHierarchy"/>
    <dgm:cxn modelId="{A93689A5-8C31-924D-AE56-F11E8F7FF955}" type="presParOf" srcId="{B9378CA5-9192-7D41-A13B-691B373EC9D4}" destId="{EC52FAF1-DF79-D245-A195-1CEAE9DDB599}" srcOrd="3" destOrd="0" presId="urn:microsoft.com/office/officeart/2008/layout/HorizontalMultiLevelHierarchy"/>
    <dgm:cxn modelId="{3EE79BE6-22C7-DB44-86FD-29F25EDD4339}" type="presParOf" srcId="{EC52FAF1-DF79-D245-A195-1CEAE9DDB599}" destId="{A4361D02-BA3D-9349-8514-56F3252A0D0C}" srcOrd="0" destOrd="0" presId="urn:microsoft.com/office/officeart/2008/layout/HorizontalMultiLevelHierarchy"/>
    <dgm:cxn modelId="{9239847C-15B7-4C44-BC9A-640032AC2356}" type="presParOf" srcId="{EC52FAF1-DF79-D245-A195-1CEAE9DDB599}" destId="{49F4A8C0-79E2-994D-B1E2-4C688CF7C433}" srcOrd="1" destOrd="0" presId="urn:microsoft.com/office/officeart/2008/layout/HorizontalMultiLevelHierarchy"/>
    <dgm:cxn modelId="{1C376C8C-57C8-6D42-A9CE-E1F4133F377A}" type="presParOf" srcId="{49F4A8C0-79E2-994D-B1E2-4C688CF7C433}" destId="{84D67AE3-C3A8-BD41-AE02-E95CC06C1CD5}" srcOrd="0" destOrd="0" presId="urn:microsoft.com/office/officeart/2008/layout/HorizontalMultiLevelHierarchy"/>
    <dgm:cxn modelId="{9AE9ABDC-502B-A84E-9425-AC6F01A787CA}" type="presParOf" srcId="{84D67AE3-C3A8-BD41-AE02-E95CC06C1CD5}" destId="{8AC6F827-B5C9-324C-A130-77130B7A3BBE}" srcOrd="0" destOrd="0" presId="urn:microsoft.com/office/officeart/2008/layout/HorizontalMultiLevelHierarchy"/>
    <dgm:cxn modelId="{EEC3CBE0-BDF8-664F-B15E-E77DACB51F05}" type="presParOf" srcId="{49F4A8C0-79E2-994D-B1E2-4C688CF7C433}" destId="{69DE6869-1D11-3B4B-98C1-D255C9A4FE88}" srcOrd="1" destOrd="0" presId="urn:microsoft.com/office/officeart/2008/layout/HorizontalMultiLevelHierarchy"/>
    <dgm:cxn modelId="{7741A2D4-2AFD-974D-8A8D-9FC486C3CFEE}" type="presParOf" srcId="{69DE6869-1D11-3B4B-98C1-D255C9A4FE88}" destId="{BEBA753B-EBD7-6A40-A54E-865D11FE9C44}" srcOrd="0" destOrd="0" presId="urn:microsoft.com/office/officeart/2008/layout/HorizontalMultiLevelHierarchy"/>
    <dgm:cxn modelId="{710053FB-F14F-514E-8ACE-E3FB077D0E25}" type="presParOf" srcId="{69DE6869-1D11-3B4B-98C1-D255C9A4FE88}" destId="{98CA1B53-13BC-1149-B1F9-C26B3F117E77}" srcOrd="1" destOrd="0" presId="urn:microsoft.com/office/officeart/2008/layout/HorizontalMultiLevelHierarchy"/>
    <dgm:cxn modelId="{A7139ED4-C5EF-7F41-B8AE-014A50E23552}" type="presParOf" srcId="{B7F4E59B-FD51-E843-A595-8803F46F91D4}" destId="{0511D343-6CEB-2942-AD87-61296962961A}" srcOrd="8" destOrd="0" presId="urn:microsoft.com/office/officeart/2008/layout/HorizontalMultiLevelHierarchy"/>
    <dgm:cxn modelId="{482260C0-67BC-F644-93D9-C93F0A061C12}" type="presParOf" srcId="{0511D343-6CEB-2942-AD87-61296962961A}" destId="{765FF19B-1BE4-4F42-A84C-17AF5E428841}" srcOrd="0" destOrd="0" presId="urn:microsoft.com/office/officeart/2008/layout/HorizontalMultiLevelHierarchy"/>
    <dgm:cxn modelId="{36736570-3407-2B4B-A5AD-1BC4597AC6CE}" type="presParOf" srcId="{B7F4E59B-FD51-E843-A595-8803F46F91D4}" destId="{3A06C1CB-0C94-F245-B75C-4B0D4EC53A67}" srcOrd="9" destOrd="0" presId="urn:microsoft.com/office/officeart/2008/layout/HorizontalMultiLevelHierarchy"/>
    <dgm:cxn modelId="{1641F7B4-5433-2241-9533-3EFAEEB55D08}" type="presParOf" srcId="{3A06C1CB-0C94-F245-B75C-4B0D4EC53A67}" destId="{C850C5D5-89EE-4941-9742-7A3A9C5DF19E}" srcOrd="0" destOrd="0" presId="urn:microsoft.com/office/officeart/2008/layout/HorizontalMultiLevelHierarchy"/>
    <dgm:cxn modelId="{F11C1A23-9F39-4846-9F46-45FB84F13CF1}" type="presParOf" srcId="{3A06C1CB-0C94-F245-B75C-4B0D4EC53A67}" destId="{9C082E0E-C652-7D40-8A67-01F4A6137CC5}" srcOrd="1" destOrd="0" presId="urn:microsoft.com/office/officeart/2008/layout/HorizontalMultiLevelHierarchy"/>
    <dgm:cxn modelId="{4FEB5970-D5D4-9940-A21E-FCDDA523B82E}" type="presParOf" srcId="{B7F4E59B-FD51-E843-A595-8803F46F91D4}" destId="{BA1D96F1-0C11-734A-BEAF-D12689251123}" srcOrd="10" destOrd="0" presId="urn:microsoft.com/office/officeart/2008/layout/HorizontalMultiLevelHierarchy"/>
    <dgm:cxn modelId="{5927429A-712B-6942-B88B-287EC51E179A}" type="presParOf" srcId="{BA1D96F1-0C11-734A-BEAF-D12689251123}" destId="{893AC928-C803-F241-9DC0-90031C4C94BE}" srcOrd="0" destOrd="0" presId="urn:microsoft.com/office/officeart/2008/layout/HorizontalMultiLevelHierarchy"/>
    <dgm:cxn modelId="{07751D4F-BF5B-084B-85D5-B059BC46F20B}" type="presParOf" srcId="{B7F4E59B-FD51-E843-A595-8803F46F91D4}" destId="{E11A127F-BBB5-5A4B-A271-3BAF961B9622}" srcOrd="11" destOrd="0" presId="urn:microsoft.com/office/officeart/2008/layout/HorizontalMultiLevelHierarchy"/>
    <dgm:cxn modelId="{2FF688B2-5BA5-0A4D-82C3-A35A83D2AA4E}" type="presParOf" srcId="{E11A127F-BBB5-5A4B-A271-3BAF961B9622}" destId="{D5D4E2F4-19AB-1546-9D03-10ADE8DDB62E}" srcOrd="0" destOrd="0" presId="urn:microsoft.com/office/officeart/2008/layout/HorizontalMultiLevelHierarchy"/>
    <dgm:cxn modelId="{19D54690-75E2-324B-B889-691A3BC902A4}" type="presParOf" srcId="{E11A127F-BBB5-5A4B-A271-3BAF961B9622}" destId="{4ACE132D-67B8-774E-922A-A4C0DA89D618}" srcOrd="1" destOrd="0" presId="urn:microsoft.com/office/officeart/2008/layout/HorizontalMultiLevelHierarchy"/>
    <dgm:cxn modelId="{C91BBB4B-8613-374B-AFA4-C65D648BA82E}" type="presParOf" srcId="{4ACE132D-67B8-774E-922A-A4C0DA89D618}" destId="{5436B8B9-E78F-E941-A5A6-C0E3D327F3C8}" srcOrd="0" destOrd="0" presId="urn:microsoft.com/office/officeart/2008/layout/HorizontalMultiLevelHierarchy"/>
    <dgm:cxn modelId="{AA495BB4-156F-9743-8CF6-CFF60DCC78D6}" type="presParOf" srcId="{5436B8B9-E78F-E941-A5A6-C0E3D327F3C8}" destId="{7AFA966F-8D23-A541-8332-80240F421617}" srcOrd="0" destOrd="0" presId="urn:microsoft.com/office/officeart/2008/layout/HorizontalMultiLevelHierarchy"/>
    <dgm:cxn modelId="{903E83A3-B944-EB44-87C2-ECAE1D403B5D}" type="presParOf" srcId="{4ACE132D-67B8-774E-922A-A4C0DA89D618}" destId="{AF52ED3B-62AD-0045-8A82-40FD29DE1B6B}" srcOrd="1" destOrd="0" presId="urn:microsoft.com/office/officeart/2008/layout/HorizontalMultiLevelHierarchy"/>
    <dgm:cxn modelId="{BFD85738-250E-824A-9502-0BBDC4050C49}" type="presParOf" srcId="{AF52ED3B-62AD-0045-8A82-40FD29DE1B6B}" destId="{E5E90B1E-C5CE-7D4B-A256-5D3A878C0862}" srcOrd="0" destOrd="0" presId="urn:microsoft.com/office/officeart/2008/layout/HorizontalMultiLevelHierarchy"/>
    <dgm:cxn modelId="{EFA99697-C6E8-7F43-BD77-5A4DB290F386}" type="presParOf" srcId="{AF52ED3B-62AD-0045-8A82-40FD29DE1B6B}" destId="{D899FF43-F7AB-884C-95E9-FF324CAF2DE8}" srcOrd="1" destOrd="0" presId="urn:microsoft.com/office/officeart/2008/layout/HorizontalMultiLevelHierarchy"/>
    <dgm:cxn modelId="{1D9322BB-A439-AC49-9353-F6D9B1E8D9A9}" type="presParOf" srcId="{B7F4E59B-FD51-E843-A595-8803F46F91D4}" destId="{B94DC295-8E37-2949-B877-7E0BCF465191}" srcOrd="12" destOrd="0" presId="urn:microsoft.com/office/officeart/2008/layout/HorizontalMultiLevelHierarchy"/>
    <dgm:cxn modelId="{02D7B7F5-8EAE-2047-A2E1-42C2D760C795}" type="presParOf" srcId="{B94DC295-8E37-2949-B877-7E0BCF465191}" destId="{9704057F-3617-D040-B187-C1B64EFC6312}" srcOrd="0" destOrd="0" presId="urn:microsoft.com/office/officeart/2008/layout/HorizontalMultiLevelHierarchy"/>
    <dgm:cxn modelId="{D6DD12C5-6082-0E40-8405-4B2B065DD511}" type="presParOf" srcId="{B7F4E59B-FD51-E843-A595-8803F46F91D4}" destId="{B6BC02EA-A620-F641-9C75-F11E5755C41C}" srcOrd="13" destOrd="0" presId="urn:microsoft.com/office/officeart/2008/layout/HorizontalMultiLevelHierarchy"/>
    <dgm:cxn modelId="{64F09E7F-3F75-1145-82A9-F9225588F830}" type="presParOf" srcId="{B6BC02EA-A620-F641-9C75-F11E5755C41C}" destId="{F599BF8C-A65A-E841-B280-3635097C29B7}" srcOrd="0" destOrd="0" presId="urn:microsoft.com/office/officeart/2008/layout/HorizontalMultiLevelHierarchy"/>
    <dgm:cxn modelId="{AA4A3AC0-7D30-FC49-A92A-64B6162D06E4}" type="presParOf" srcId="{B6BC02EA-A620-F641-9C75-F11E5755C41C}" destId="{C73D732E-0A57-994C-BD22-4E03F14620E9}" srcOrd="1" destOrd="0" presId="urn:microsoft.com/office/officeart/2008/layout/HorizontalMultiLevelHierarchy"/>
    <dgm:cxn modelId="{CE39A177-9555-4148-8D89-3B066074A2CB}" type="presParOf" srcId="{C73D732E-0A57-994C-BD22-4E03F14620E9}" destId="{4BB4948C-5A27-1149-A188-FC6941AF0F37}" srcOrd="0" destOrd="0" presId="urn:microsoft.com/office/officeart/2008/layout/HorizontalMultiLevelHierarchy"/>
    <dgm:cxn modelId="{7BA30E20-DD1C-0140-9BF1-E406E12DDE61}" type="presParOf" srcId="{4BB4948C-5A27-1149-A188-FC6941AF0F37}" destId="{0FF756B4-2337-0041-904C-9916660B438C}" srcOrd="0" destOrd="0" presId="urn:microsoft.com/office/officeart/2008/layout/HorizontalMultiLevelHierarchy"/>
    <dgm:cxn modelId="{9878B6AE-0B6F-994C-8B8A-9B65F93E0A7E}" type="presParOf" srcId="{C73D732E-0A57-994C-BD22-4E03F14620E9}" destId="{FEAF09E5-EECE-3142-A673-333A691B5BA9}" srcOrd="1" destOrd="0" presId="urn:microsoft.com/office/officeart/2008/layout/HorizontalMultiLevelHierarchy"/>
    <dgm:cxn modelId="{6F26828A-7107-DE4F-8D2B-282A566B3E94}" type="presParOf" srcId="{FEAF09E5-EECE-3142-A673-333A691B5BA9}" destId="{0F7F6C11-72F3-EE40-839C-22F59868A4C8}" srcOrd="0" destOrd="0" presId="urn:microsoft.com/office/officeart/2008/layout/HorizontalMultiLevelHierarchy"/>
    <dgm:cxn modelId="{B55E9551-9C1E-F147-B08D-34CD4B9A8939}" type="presParOf" srcId="{FEAF09E5-EECE-3142-A673-333A691B5BA9}" destId="{C7325CD4-C20E-2246-A276-A23999FB577D}" srcOrd="1" destOrd="0" presId="urn:microsoft.com/office/officeart/2008/layout/HorizontalMultiLevelHierarchy"/>
    <dgm:cxn modelId="{5642AB21-9601-6849-A9B7-E3ABFEDD71A2}" type="presParOf" srcId="{B7F4E59B-FD51-E843-A595-8803F46F91D4}" destId="{24A93EFA-2091-6246-84DB-F0B6A5D82B20}" srcOrd="14" destOrd="0" presId="urn:microsoft.com/office/officeart/2008/layout/HorizontalMultiLevelHierarchy"/>
    <dgm:cxn modelId="{7FCFDD19-5281-E543-98C4-A63744060B35}" type="presParOf" srcId="{24A93EFA-2091-6246-84DB-F0B6A5D82B20}" destId="{FFFAEC07-50F8-DF4A-8337-FF5BEE83D812}" srcOrd="0" destOrd="0" presId="urn:microsoft.com/office/officeart/2008/layout/HorizontalMultiLevelHierarchy"/>
    <dgm:cxn modelId="{49C6836C-87C3-BE4A-8661-7AE0329EC12D}" type="presParOf" srcId="{B7F4E59B-FD51-E843-A595-8803F46F91D4}" destId="{B8708FDF-05BC-0C4E-A707-0EA964F12BCF}" srcOrd="15" destOrd="0" presId="urn:microsoft.com/office/officeart/2008/layout/HorizontalMultiLevelHierarchy"/>
    <dgm:cxn modelId="{63A16248-E310-E54F-8543-8503B0CFAB38}" type="presParOf" srcId="{B8708FDF-05BC-0C4E-A707-0EA964F12BCF}" destId="{DB2A3FD7-9491-EF41-AA9C-0E67C26E5FEC}" srcOrd="0" destOrd="0" presId="urn:microsoft.com/office/officeart/2008/layout/HorizontalMultiLevelHierarchy"/>
    <dgm:cxn modelId="{C41EEEA2-7E8B-DF43-AA8B-151E9D845CDB}" type="presParOf" srcId="{B8708FDF-05BC-0C4E-A707-0EA964F12BCF}" destId="{E8A3FEF1-DEB2-4E4E-871B-3D1DCA0FAB9C}" srcOrd="1" destOrd="0" presId="urn:microsoft.com/office/officeart/2008/layout/HorizontalMultiLevelHierarchy"/>
    <dgm:cxn modelId="{31B7048A-B293-BB44-BB39-BEF602DB0958}" type="presParOf" srcId="{B7F4E59B-FD51-E843-A595-8803F46F91D4}" destId="{6C9DE42C-75AE-6142-BF0F-42C095A1D810}" srcOrd="16" destOrd="0" presId="urn:microsoft.com/office/officeart/2008/layout/HorizontalMultiLevelHierarchy"/>
    <dgm:cxn modelId="{9D814051-F4A3-1047-AB00-D93EA92BEFE5}" type="presParOf" srcId="{6C9DE42C-75AE-6142-BF0F-42C095A1D810}" destId="{D76E2962-8A03-7B40-8E14-D4BB5D53E745}" srcOrd="0" destOrd="0" presId="urn:microsoft.com/office/officeart/2008/layout/HorizontalMultiLevelHierarchy"/>
    <dgm:cxn modelId="{0F0E8282-3618-E24C-BFB1-554836DDA64A}" type="presParOf" srcId="{B7F4E59B-FD51-E843-A595-8803F46F91D4}" destId="{BFA54B6F-8698-704C-A6F8-ACC8268771AD}" srcOrd="17" destOrd="0" presId="urn:microsoft.com/office/officeart/2008/layout/HorizontalMultiLevelHierarchy"/>
    <dgm:cxn modelId="{FD99FCE2-03EF-0447-92EE-CB1A7296CF43}" type="presParOf" srcId="{BFA54B6F-8698-704C-A6F8-ACC8268771AD}" destId="{0DE7B41B-E229-FF43-9E93-A4FEA0BA76F1}" srcOrd="0" destOrd="0" presId="urn:microsoft.com/office/officeart/2008/layout/HorizontalMultiLevelHierarchy"/>
    <dgm:cxn modelId="{C6188010-CEA4-2845-B501-AB1A191404C6}" type="presParOf" srcId="{BFA54B6F-8698-704C-A6F8-ACC8268771AD}" destId="{CFAD3A94-E416-A143-BB90-2945784C9729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27CE18-3A23-2040-AC8A-04B542B12216}" type="doc">
      <dgm:prSet loTypeId="urn:microsoft.com/office/officeart/2008/layout/HorizontalMultiLevelHierarchy" loCatId="" qsTypeId="urn:microsoft.com/office/officeart/2005/8/quickstyle/simple1#3" qsCatId="simple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A78CC315-D0B6-A545-8C88-1787318AE8CE}">
      <dgm:prSet phldrT="[Text]" custT="1"/>
      <dgm:spPr/>
      <dgm:t>
        <a:bodyPr/>
        <a:lstStyle/>
        <a:p>
          <a:r>
            <a:rPr lang="en-US" sz="1200"/>
            <a:t>/</a:t>
          </a:r>
        </a:p>
      </dgm:t>
    </dgm:pt>
    <dgm:pt modelId="{6F75A611-3934-694A-AE0C-C6EB8D5355B2}" type="parTrans" cxnId="{D2613EDC-40FB-7B48-ABDE-C987F1AC666D}">
      <dgm:prSet/>
      <dgm:spPr/>
      <dgm:t>
        <a:bodyPr/>
        <a:lstStyle/>
        <a:p>
          <a:endParaRPr lang="en-US" sz="1200"/>
        </a:p>
      </dgm:t>
    </dgm:pt>
    <dgm:pt modelId="{AE47B4B3-F0FB-2142-88FD-0E9140F07F1B}" type="sibTrans" cxnId="{D2613EDC-40FB-7B48-ABDE-C987F1AC666D}">
      <dgm:prSet/>
      <dgm:spPr/>
      <dgm:t>
        <a:bodyPr/>
        <a:lstStyle/>
        <a:p>
          <a:endParaRPr lang="en-US" sz="1200"/>
        </a:p>
      </dgm:t>
    </dgm:pt>
    <dgm:pt modelId="{EC0375BF-8F40-AD4A-AE2B-B69CB00AAB0E}">
      <dgm:prSet phldrT="[Text]" custT="1"/>
      <dgm:spPr/>
      <dgm:t>
        <a:bodyPr/>
        <a:lstStyle/>
        <a:p>
          <a:r>
            <a:rPr lang="en-US" sz="1200"/>
            <a:t>bin</a:t>
          </a:r>
        </a:p>
      </dgm:t>
    </dgm:pt>
    <dgm:pt modelId="{F00C6969-8518-0943-95A0-48F5C16CF853}" type="parTrans" cxnId="{DA5B4411-5CFA-814D-8CA1-CD33FEE45DBF}">
      <dgm:prSet/>
      <dgm:spPr/>
      <dgm:t>
        <a:bodyPr/>
        <a:lstStyle/>
        <a:p>
          <a:endParaRPr lang="en-US" sz="1200"/>
        </a:p>
      </dgm:t>
    </dgm:pt>
    <dgm:pt modelId="{36D7A4E5-F346-6143-AC7C-D3E6950A8221}" type="sibTrans" cxnId="{DA5B4411-5CFA-814D-8CA1-CD33FEE45DBF}">
      <dgm:prSet/>
      <dgm:spPr/>
      <dgm:t>
        <a:bodyPr/>
        <a:lstStyle/>
        <a:p>
          <a:endParaRPr lang="en-US" sz="1200"/>
        </a:p>
      </dgm:t>
    </dgm:pt>
    <dgm:pt modelId="{FD483437-EECA-2C48-8B7F-CF032CE9A1CF}">
      <dgm:prSet phldrT="[Text]" custT="1"/>
      <dgm:spPr/>
      <dgm:t>
        <a:bodyPr/>
        <a:lstStyle/>
        <a:p>
          <a:r>
            <a:rPr lang="en-US" sz="1200"/>
            <a:t>dev</a:t>
          </a:r>
        </a:p>
      </dgm:t>
    </dgm:pt>
    <dgm:pt modelId="{CDAF50E0-3C9C-7C44-BAC3-0814CEBD7842}" type="parTrans" cxnId="{4237D5C5-9128-8A4A-8F12-B6DF2C94B1F2}">
      <dgm:prSet/>
      <dgm:spPr/>
      <dgm:t>
        <a:bodyPr/>
        <a:lstStyle/>
        <a:p>
          <a:endParaRPr lang="en-US" sz="1200"/>
        </a:p>
      </dgm:t>
    </dgm:pt>
    <dgm:pt modelId="{5DFD88AE-4E7B-B749-AA89-2C00F127E5C1}" type="sibTrans" cxnId="{4237D5C5-9128-8A4A-8F12-B6DF2C94B1F2}">
      <dgm:prSet/>
      <dgm:spPr/>
      <dgm:t>
        <a:bodyPr/>
        <a:lstStyle/>
        <a:p>
          <a:endParaRPr lang="en-US" sz="1200"/>
        </a:p>
      </dgm:t>
    </dgm:pt>
    <dgm:pt modelId="{E29845D4-9ACE-4247-B492-A4F375688D84}">
      <dgm:prSet phldrT="[Text]" custT="1"/>
      <dgm:spPr/>
      <dgm:t>
        <a:bodyPr/>
        <a:lstStyle/>
        <a:p>
          <a:r>
            <a:rPr lang="en-US" sz="1200"/>
            <a:t>etc</a:t>
          </a:r>
        </a:p>
      </dgm:t>
    </dgm:pt>
    <dgm:pt modelId="{79128397-EE17-6C4C-95EE-D6F65CE2C8B7}" type="parTrans" cxnId="{868D6388-23D7-3F48-B1A4-4B32B70FAC78}">
      <dgm:prSet/>
      <dgm:spPr/>
      <dgm:t>
        <a:bodyPr/>
        <a:lstStyle/>
        <a:p>
          <a:endParaRPr lang="en-US" sz="1200"/>
        </a:p>
      </dgm:t>
    </dgm:pt>
    <dgm:pt modelId="{6D8AF9E7-4512-9E4F-9298-DEB5993B181E}" type="sibTrans" cxnId="{868D6388-23D7-3F48-B1A4-4B32B70FAC78}">
      <dgm:prSet/>
      <dgm:spPr/>
      <dgm:t>
        <a:bodyPr/>
        <a:lstStyle/>
        <a:p>
          <a:endParaRPr lang="en-US" sz="1200"/>
        </a:p>
      </dgm:t>
    </dgm:pt>
    <dgm:pt modelId="{1EC73B71-AF11-034B-BB19-FF57870C2C44}">
      <dgm:prSet custT="1"/>
      <dgm:spPr/>
      <dgm:t>
        <a:bodyPr/>
        <a:lstStyle/>
        <a:p>
          <a:r>
            <a:rPr lang="en-US" sz="1200"/>
            <a:t>home</a:t>
          </a:r>
        </a:p>
      </dgm:t>
    </dgm:pt>
    <dgm:pt modelId="{7CD7CDA8-12FE-BA46-8883-630E9F0D12BD}" type="parTrans" cxnId="{707F0E03-FCCF-C644-924B-9E954AB600C6}">
      <dgm:prSet/>
      <dgm:spPr/>
      <dgm:t>
        <a:bodyPr/>
        <a:lstStyle/>
        <a:p>
          <a:endParaRPr lang="en-US" sz="1200"/>
        </a:p>
      </dgm:t>
    </dgm:pt>
    <dgm:pt modelId="{F040E930-C0F0-A64E-92B3-CD1DB3176E8A}" type="sibTrans" cxnId="{707F0E03-FCCF-C644-924B-9E954AB600C6}">
      <dgm:prSet/>
      <dgm:spPr/>
      <dgm:t>
        <a:bodyPr/>
        <a:lstStyle/>
        <a:p>
          <a:endParaRPr lang="en-US" sz="1200"/>
        </a:p>
      </dgm:t>
    </dgm:pt>
    <dgm:pt modelId="{37222DCE-4BEF-1840-8FB0-3C42DBD19CE4}">
      <dgm:prSet custT="1"/>
      <dgm:spPr/>
      <dgm:t>
        <a:bodyPr/>
        <a:lstStyle/>
        <a:p>
          <a:r>
            <a:rPr lang="en-US" sz="1200"/>
            <a:t>lib</a:t>
          </a:r>
        </a:p>
      </dgm:t>
    </dgm:pt>
    <dgm:pt modelId="{C9D6B71E-EC8D-BA49-8D70-D33E4518178C}" type="parTrans" cxnId="{699B7220-4DD0-624F-BFA1-AAC5D43B6739}">
      <dgm:prSet/>
      <dgm:spPr/>
      <dgm:t>
        <a:bodyPr/>
        <a:lstStyle/>
        <a:p>
          <a:endParaRPr lang="en-US" sz="1200"/>
        </a:p>
      </dgm:t>
    </dgm:pt>
    <dgm:pt modelId="{1025C772-BE5E-CA4A-A402-5089D9C166E7}" type="sibTrans" cxnId="{699B7220-4DD0-624F-BFA1-AAC5D43B6739}">
      <dgm:prSet/>
      <dgm:spPr/>
      <dgm:t>
        <a:bodyPr/>
        <a:lstStyle/>
        <a:p>
          <a:endParaRPr lang="en-US" sz="1200"/>
        </a:p>
      </dgm:t>
    </dgm:pt>
    <dgm:pt modelId="{12EAB764-FE1D-F047-9A81-27C463D65312}">
      <dgm:prSet custT="1"/>
      <dgm:spPr/>
      <dgm:t>
        <a:bodyPr/>
        <a:lstStyle/>
        <a:p>
          <a:r>
            <a:rPr lang="en-US" sz="1200"/>
            <a:t>opt</a:t>
          </a:r>
        </a:p>
      </dgm:t>
    </dgm:pt>
    <dgm:pt modelId="{373FE1B6-BF84-A740-A737-448ABC01A2AA}" type="parTrans" cxnId="{D05EFAE3-D995-8F4B-9612-284B4CAD6E3F}">
      <dgm:prSet/>
      <dgm:spPr/>
      <dgm:t>
        <a:bodyPr/>
        <a:lstStyle/>
        <a:p>
          <a:endParaRPr lang="en-US" sz="1200"/>
        </a:p>
      </dgm:t>
    </dgm:pt>
    <dgm:pt modelId="{4760B739-F004-8C4D-8BF1-E20410A05F49}" type="sibTrans" cxnId="{D05EFAE3-D995-8F4B-9612-284B4CAD6E3F}">
      <dgm:prSet/>
      <dgm:spPr/>
      <dgm:t>
        <a:bodyPr/>
        <a:lstStyle/>
        <a:p>
          <a:endParaRPr lang="en-US" sz="1200"/>
        </a:p>
      </dgm:t>
    </dgm:pt>
    <dgm:pt modelId="{4A050D9D-40CE-A841-81EA-223A7F977F9D}">
      <dgm:prSet custT="1"/>
      <dgm:spPr/>
      <dgm:t>
        <a:bodyPr/>
        <a:lstStyle/>
        <a:p>
          <a:r>
            <a:rPr lang="en-US" sz="1200"/>
            <a:t>sbin</a:t>
          </a:r>
        </a:p>
      </dgm:t>
    </dgm:pt>
    <dgm:pt modelId="{B6765E8C-7AB2-2143-A2AD-3A55FE44FD80}" type="parTrans" cxnId="{17634F7B-00CD-554F-BC2A-B2E3F4A2BF1E}">
      <dgm:prSet/>
      <dgm:spPr/>
      <dgm:t>
        <a:bodyPr/>
        <a:lstStyle/>
        <a:p>
          <a:endParaRPr lang="en-US" sz="1200"/>
        </a:p>
      </dgm:t>
    </dgm:pt>
    <dgm:pt modelId="{AF878C8E-911B-9044-8ABC-718C7E3D4C4F}" type="sibTrans" cxnId="{17634F7B-00CD-554F-BC2A-B2E3F4A2BF1E}">
      <dgm:prSet/>
      <dgm:spPr/>
      <dgm:t>
        <a:bodyPr/>
        <a:lstStyle/>
        <a:p>
          <a:endParaRPr lang="en-US" sz="1200"/>
        </a:p>
      </dgm:t>
    </dgm:pt>
    <dgm:pt modelId="{E8A31125-0F8A-DE46-AE27-EEBFAEAD16AA}">
      <dgm:prSet custT="1"/>
      <dgm:spPr/>
      <dgm:t>
        <a:bodyPr/>
        <a:lstStyle/>
        <a:p>
          <a:r>
            <a:rPr lang="en-US" sz="1200"/>
            <a:t>tmp</a:t>
          </a:r>
        </a:p>
      </dgm:t>
    </dgm:pt>
    <dgm:pt modelId="{5FADCCF9-EE34-164C-A545-89EFADBE034A}" type="parTrans" cxnId="{BFEE6409-5278-6F48-852C-7B14F2B492C9}">
      <dgm:prSet/>
      <dgm:spPr/>
      <dgm:t>
        <a:bodyPr/>
        <a:lstStyle/>
        <a:p>
          <a:endParaRPr lang="en-US" sz="1200"/>
        </a:p>
      </dgm:t>
    </dgm:pt>
    <dgm:pt modelId="{0650C9D5-09F5-6A4D-8461-40BB46018BFB}" type="sibTrans" cxnId="{BFEE6409-5278-6F48-852C-7B14F2B492C9}">
      <dgm:prSet/>
      <dgm:spPr/>
      <dgm:t>
        <a:bodyPr/>
        <a:lstStyle/>
        <a:p>
          <a:endParaRPr lang="en-US" sz="1200"/>
        </a:p>
      </dgm:t>
    </dgm:pt>
    <dgm:pt modelId="{764E38B1-E589-BA44-BF07-E03BE6B691EE}">
      <dgm:prSet custT="1"/>
      <dgm:spPr/>
      <dgm:t>
        <a:bodyPr/>
        <a:lstStyle/>
        <a:p>
          <a:r>
            <a:rPr lang="en-US" sz="1200"/>
            <a:t>usr</a:t>
          </a:r>
        </a:p>
      </dgm:t>
    </dgm:pt>
    <dgm:pt modelId="{5B5AA07D-6128-8442-959E-959A0195506A}" type="parTrans" cxnId="{007F33B2-71E7-9542-9B59-DE4C5DC67E62}">
      <dgm:prSet/>
      <dgm:spPr/>
      <dgm:t>
        <a:bodyPr/>
        <a:lstStyle/>
        <a:p>
          <a:endParaRPr lang="en-US" sz="1200"/>
        </a:p>
      </dgm:t>
    </dgm:pt>
    <dgm:pt modelId="{DFB5A1BB-B872-1E43-90D4-C410D6C73F48}" type="sibTrans" cxnId="{007F33B2-71E7-9542-9B59-DE4C5DC67E62}">
      <dgm:prSet/>
      <dgm:spPr/>
      <dgm:t>
        <a:bodyPr/>
        <a:lstStyle/>
        <a:p>
          <a:endParaRPr lang="en-US" sz="1200"/>
        </a:p>
      </dgm:t>
    </dgm:pt>
    <dgm:pt modelId="{48361EF5-4671-B940-8F80-A91A9B3791E8}">
      <dgm:prSet custT="1"/>
      <dgm:spPr/>
      <dgm:t>
        <a:bodyPr/>
        <a:lstStyle/>
        <a:p>
          <a:r>
            <a:rPr lang="en-US" sz="1200"/>
            <a:t>cp</a:t>
          </a:r>
        </a:p>
      </dgm:t>
    </dgm:pt>
    <dgm:pt modelId="{9966EAA5-5255-C049-AE4C-99D5E1406D0B}" type="parTrans" cxnId="{39BBABB8-00DB-2F44-8A0B-1EAB107DE6AD}">
      <dgm:prSet/>
      <dgm:spPr/>
      <dgm:t>
        <a:bodyPr/>
        <a:lstStyle/>
        <a:p>
          <a:endParaRPr lang="en-US" sz="1200"/>
        </a:p>
      </dgm:t>
    </dgm:pt>
    <dgm:pt modelId="{7E9EEF6D-CCC9-1142-B219-BE0B671BBDAE}" type="sibTrans" cxnId="{39BBABB8-00DB-2F44-8A0B-1EAB107DE6AD}">
      <dgm:prSet/>
      <dgm:spPr/>
      <dgm:t>
        <a:bodyPr/>
        <a:lstStyle/>
        <a:p>
          <a:endParaRPr lang="en-US" sz="1200"/>
        </a:p>
      </dgm:t>
    </dgm:pt>
    <dgm:pt modelId="{16212192-80A7-6841-BB77-D241239A8F28}">
      <dgm:prSet custT="1"/>
      <dgm:spPr/>
      <dgm:t>
        <a:bodyPr/>
        <a:lstStyle/>
        <a:p>
          <a:r>
            <a:rPr lang="en-US" sz="1200"/>
            <a:t>ls</a:t>
          </a:r>
        </a:p>
      </dgm:t>
    </dgm:pt>
    <dgm:pt modelId="{705C698B-FC3B-3841-912B-23D9B06AE526}" type="parTrans" cxnId="{66585D66-CB19-A04D-85A1-254058B045FE}">
      <dgm:prSet/>
      <dgm:spPr/>
      <dgm:t>
        <a:bodyPr/>
        <a:lstStyle/>
        <a:p>
          <a:endParaRPr lang="en-US" sz="1200"/>
        </a:p>
      </dgm:t>
    </dgm:pt>
    <dgm:pt modelId="{0659AB10-DCFC-A342-AF10-BF08C021B082}" type="sibTrans" cxnId="{66585D66-CB19-A04D-85A1-254058B045FE}">
      <dgm:prSet/>
      <dgm:spPr/>
      <dgm:t>
        <a:bodyPr/>
        <a:lstStyle/>
        <a:p>
          <a:endParaRPr lang="en-US" sz="1200"/>
        </a:p>
      </dgm:t>
    </dgm:pt>
    <dgm:pt modelId="{FD59EDE6-C5A2-8143-92C0-5BE235483583}">
      <dgm:prSet custT="1"/>
      <dgm:spPr/>
      <dgm:t>
        <a:bodyPr/>
        <a:lstStyle/>
        <a:p>
          <a:r>
            <a:rPr lang="en-US" altLang="zh-CN" sz="1200" dirty="0"/>
            <a:t>ciz20</a:t>
          </a:r>
          <a:endParaRPr lang="en-US" sz="1200" dirty="0"/>
        </a:p>
      </dgm:t>
    </dgm:pt>
    <dgm:pt modelId="{981829C9-94F9-7B4F-948C-5D82DD7223AF}" type="parTrans" cxnId="{8A82E1D6-58A7-FD4D-BAFF-0565268266B5}">
      <dgm:prSet/>
      <dgm:spPr/>
      <dgm:t>
        <a:bodyPr/>
        <a:lstStyle/>
        <a:p>
          <a:endParaRPr lang="en-US" sz="1200"/>
        </a:p>
      </dgm:t>
    </dgm:pt>
    <dgm:pt modelId="{7F3997EF-1F62-424F-B9D9-B93739B4D786}" type="sibTrans" cxnId="{8A82E1D6-58A7-FD4D-BAFF-0565268266B5}">
      <dgm:prSet/>
      <dgm:spPr/>
      <dgm:t>
        <a:bodyPr/>
        <a:lstStyle/>
        <a:p>
          <a:endParaRPr lang="en-US" sz="1200"/>
        </a:p>
      </dgm:t>
    </dgm:pt>
    <dgm:pt modelId="{35013A5E-0056-9648-A565-9C75AD1BA956}">
      <dgm:prSet custT="1"/>
      <dgm:spPr/>
      <dgm:t>
        <a:bodyPr/>
        <a:lstStyle/>
        <a:p>
          <a:r>
            <a:rPr lang="en-US" sz="1200" dirty="0" err="1"/>
            <a:t>micm</a:t>
          </a:r>
          <a:endParaRPr lang="en-US" sz="1200" dirty="0"/>
        </a:p>
      </dgm:t>
    </dgm:pt>
    <dgm:pt modelId="{6517652E-71AE-9845-A1F7-5B0DACCECE7C}" type="parTrans" cxnId="{32204D47-DE99-B34C-B606-842C28FCFB4D}">
      <dgm:prSet/>
      <dgm:spPr/>
      <dgm:t>
        <a:bodyPr/>
        <a:lstStyle/>
        <a:p>
          <a:endParaRPr lang="en-US" sz="1200"/>
        </a:p>
      </dgm:t>
    </dgm:pt>
    <dgm:pt modelId="{FDE73CC8-4587-3A41-B9E6-4AEC6F6A1BCD}" type="sibTrans" cxnId="{32204D47-DE99-B34C-B606-842C28FCFB4D}">
      <dgm:prSet/>
      <dgm:spPr/>
      <dgm:t>
        <a:bodyPr/>
        <a:lstStyle/>
        <a:p>
          <a:endParaRPr lang="en-US" sz="1200"/>
        </a:p>
      </dgm:t>
    </dgm:pt>
    <dgm:pt modelId="{AB4242E4-1C25-0941-B23E-B9BC0F5C064A}">
      <dgm:prSet custT="1"/>
      <dgm:spPr/>
      <dgm:t>
        <a:bodyPr/>
        <a:lstStyle/>
        <a:p>
          <a:r>
            <a:rPr lang="en-US" sz="1000"/>
            <a:t>Genomes</a:t>
          </a:r>
        </a:p>
      </dgm:t>
    </dgm:pt>
    <dgm:pt modelId="{723330A0-EBC3-D442-847D-AD122779BEB8}" type="parTrans" cxnId="{B9B19295-D0FC-B24B-B7EA-E796AAB62CE1}">
      <dgm:prSet/>
      <dgm:spPr/>
      <dgm:t>
        <a:bodyPr/>
        <a:lstStyle/>
        <a:p>
          <a:endParaRPr lang="en-US" sz="1200"/>
        </a:p>
      </dgm:t>
    </dgm:pt>
    <dgm:pt modelId="{3BBEE2DE-6535-0840-9A2E-53B8A61697E1}" type="sibTrans" cxnId="{B9B19295-D0FC-B24B-B7EA-E796AAB62CE1}">
      <dgm:prSet/>
      <dgm:spPr/>
      <dgm:t>
        <a:bodyPr/>
        <a:lstStyle/>
        <a:p>
          <a:endParaRPr lang="en-US" sz="1200"/>
        </a:p>
      </dgm:t>
    </dgm:pt>
    <dgm:pt modelId="{6CD70B19-8300-D448-970E-63448C953011}">
      <dgm:prSet custT="1"/>
      <dgm:spPr/>
      <dgm:t>
        <a:bodyPr/>
        <a:lstStyle/>
        <a:p>
          <a:r>
            <a:rPr lang="en-US" sz="1200"/>
            <a:t>reboot</a:t>
          </a:r>
        </a:p>
      </dgm:t>
    </dgm:pt>
    <dgm:pt modelId="{97D24932-C5E7-C542-AA3A-5417B565BBA5}" type="parTrans" cxnId="{634434FC-E61E-5C47-9EED-A6111990BBC3}">
      <dgm:prSet/>
      <dgm:spPr/>
      <dgm:t>
        <a:bodyPr/>
        <a:lstStyle/>
        <a:p>
          <a:endParaRPr lang="en-US" sz="1200"/>
        </a:p>
      </dgm:t>
    </dgm:pt>
    <dgm:pt modelId="{A054701B-A4FC-0A41-8EAF-75E07A5E6BC5}" type="sibTrans" cxnId="{634434FC-E61E-5C47-9EED-A6111990BBC3}">
      <dgm:prSet/>
      <dgm:spPr/>
      <dgm:t>
        <a:bodyPr/>
        <a:lstStyle/>
        <a:p>
          <a:endParaRPr lang="en-US" sz="1200"/>
        </a:p>
      </dgm:t>
    </dgm:pt>
    <dgm:pt modelId="{DB00F5D9-412E-764E-87CD-28E1E26B6251}">
      <dgm:prSet custT="1"/>
      <dgm:spPr/>
      <dgm:t>
        <a:bodyPr/>
        <a:lstStyle/>
        <a:p>
          <a:r>
            <a:rPr lang="en-US" sz="1200"/>
            <a:t>cisco</a:t>
          </a:r>
        </a:p>
      </dgm:t>
    </dgm:pt>
    <dgm:pt modelId="{BBD8D511-13B4-664D-89DE-0F15C0860480}" type="parTrans" cxnId="{A0A2B52F-17BF-5749-8E49-C369E8AD1876}">
      <dgm:prSet/>
      <dgm:spPr/>
      <dgm:t>
        <a:bodyPr/>
        <a:lstStyle/>
        <a:p>
          <a:endParaRPr lang="en-US" sz="1200"/>
        </a:p>
      </dgm:t>
    </dgm:pt>
    <dgm:pt modelId="{0835BBFA-888E-8148-BD94-84870854349E}" type="sibTrans" cxnId="{A0A2B52F-17BF-5749-8E49-C369E8AD1876}">
      <dgm:prSet/>
      <dgm:spPr/>
      <dgm:t>
        <a:bodyPr/>
        <a:lstStyle/>
        <a:p>
          <a:endParaRPr lang="en-US" sz="1200"/>
        </a:p>
      </dgm:t>
    </dgm:pt>
    <dgm:pt modelId="{1EDE10EE-4A89-D54C-94DC-853B3F1B1993}">
      <dgm:prSet custT="1"/>
      <dgm:spPr/>
      <dgm:t>
        <a:bodyPr/>
        <a:lstStyle/>
        <a:p>
          <a:r>
            <a:rPr lang="en-US" sz="1000"/>
            <a:t>slides</a:t>
          </a:r>
        </a:p>
      </dgm:t>
    </dgm:pt>
    <dgm:pt modelId="{9471CD7C-D8FD-CA4A-A6AC-AA5B6827D078}" type="parTrans" cxnId="{68568C44-4872-8A48-8C4C-6EF256D6A1B7}">
      <dgm:prSet/>
      <dgm:spPr/>
      <dgm:t>
        <a:bodyPr/>
        <a:lstStyle/>
        <a:p>
          <a:endParaRPr lang="en-US" sz="1200"/>
        </a:p>
      </dgm:t>
    </dgm:pt>
    <dgm:pt modelId="{169F56B8-ED0B-464E-A922-28C8C98F4B9E}" type="sibTrans" cxnId="{68568C44-4872-8A48-8C4C-6EF256D6A1B7}">
      <dgm:prSet/>
      <dgm:spPr/>
      <dgm:t>
        <a:bodyPr/>
        <a:lstStyle/>
        <a:p>
          <a:endParaRPr lang="en-US" sz="1200"/>
        </a:p>
      </dgm:t>
    </dgm:pt>
    <dgm:pt modelId="{D0107942-A874-724C-BB47-2D23E39A6181}">
      <dgm:prSet custT="1"/>
      <dgm:spPr>
        <a:solidFill>
          <a:srgbClr val="84ACB7"/>
        </a:solidFill>
      </dgm:spPr>
      <dgm:t>
        <a:bodyPr/>
        <a:lstStyle/>
        <a:p>
          <a:r>
            <a:rPr lang="en-US" sz="1000"/>
            <a:t>mm10.fa</a:t>
          </a:r>
        </a:p>
      </dgm:t>
    </dgm:pt>
    <dgm:pt modelId="{F725A49B-E6D0-7B45-A935-794CD0FD72B6}" type="parTrans" cxnId="{CA194C10-9DC1-5142-826B-F80424EF83DC}">
      <dgm:prSet/>
      <dgm:spPr/>
      <dgm:t>
        <a:bodyPr/>
        <a:lstStyle/>
        <a:p>
          <a:endParaRPr lang="en-US"/>
        </a:p>
      </dgm:t>
    </dgm:pt>
    <dgm:pt modelId="{D95E87F6-E5A6-C446-956A-176FCF9A7F6F}" type="sibTrans" cxnId="{CA194C10-9DC1-5142-826B-F80424EF83DC}">
      <dgm:prSet/>
      <dgm:spPr/>
      <dgm:t>
        <a:bodyPr/>
        <a:lstStyle/>
        <a:p>
          <a:endParaRPr lang="en-US"/>
        </a:p>
      </dgm:t>
    </dgm:pt>
    <dgm:pt modelId="{323AE8FD-89B3-494C-AAD5-2E5E39424B90}">
      <dgm:prSet custT="1"/>
      <dgm:spPr>
        <a:solidFill>
          <a:srgbClr val="84ACB7"/>
        </a:solidFill>
      </dgm:spPr>
      <dgm:t>
        <a:bodyPr/>
        <a:lstStyle/>
        <a:p>
          <a:r>
            <a:rPr lang="en-US" sz="1000"/>
            <a:t>hg30.fa</a:t>
          </a:r>
        </a:p>
      </dgm:t>
    </dgm:pt>
    <dgm:pt modelId="{079DF8C0-F97F-5A4C-8227-072F795584C3}" type="parTrans" cxnId="{7B64608F-9AB9-0441-BA1F-4B7A48D96BBF}">
      <dgm:prSet/>
      <dgm:spPr/>
      <dgm:t>
        <a:bodyPr/>
        <a:lstStyle/>
        <a:p>
          <a:endParaRPr lang="en-US"/>
        </a:p>
      </dgm:t>
    </dgm:pt>
    <dgm:pt modelId="{93D151B0-254A-F543-A3A6-285462373DFB}" type="sibTrans" cxnId="{7B64608F-9AB9-0441-BA1F-4B7A48D96BBF}">
      <dgm:prSet/>
      <dgm:spPr/>
      <dgm:t>
        <a:bodyPr/>
        <a:lstStyle/>
        <a:p>
          <a:endParaRPr lang="en-US"/>
        </a:p>
      </dgm:t>
    </dgm:pt>
    <dgm:pt modelId="{08F29B7B-FE27-0841-AC51-16DE7D726421}" type="pres">
      <dgm:prSet presAssocID="{8827CE18-3A23-2040-AC8A-04B542B1221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5B0B90-40AE-0844-A565-C074452174BB}" type="pres">
      <dgm:prSet presAssocID="{A78CC315-D0B6-A545-8C88-1787318AE8CE}" presName="root1" presStyleCnt="0"/>
      <dgm:spPr/>
    </dgm:pt>
    <dgm:pt modelId="{A564D956-CA21-0345-AC35-E07FC12F984F}" type="pres">
      <dgm:prSet presAssocID="{A78CC315-D0B6-A545-8C88-1787318AE8CE}" presName="LevelOneTextNode" presStyleLbl="node0" presStyleIdx="0" presStyleCnt="1" custAng="16200000" custScaleY="25769" custLinFactX="-100000" custLinFactNeighborX="-173321" custLinFactNeighborY="-11445">
        <dgm:presLayoutVars>
          <dgm:chPref val="3"/>
        </dgm:presLayoutVars>
      </dgm:prSet>
      <dgm:spPr/>
    </dgm:pt>
    <dgm:pt modelId="{B7F4E59B-FD51-E843-A595-8803F46F91D4}" type="pres">
      <dgm:prSet presAssocID="{A78CC315-D0B6-A545-8C88-1787318AE8CE}" presName="level2hierChild" presStyleCnt="0"/>
      <dgm:spPr/>
    </dgm:pt>
    <dgm:pt modelId="{9F361AF5-2D13-2340-A40F-960A6FDAC804}" type="pres">
      <dgm:prSet presAssocID="{F00C6969-8518-0943-95A0-48F5C16CF853}" presName="conn2-1" presStyleLbl="parChTrans1D2" presStyleIdx="0" presStyleCnt="9"/>
      <dgm:spPr/>
    </dgm:pt>
    <dgm:pt modelId="{8DF1CC0A-43D3-A84A-B2ED-C5324362DD90}" type="pres">
      <dgm:prSet presAssocID="{F00C6969-8518-0943-95A0-48F5C16CF853}" presName="connTx" presStyleLbl="parChTrans1D2" presStyleIdx="0" presStyleCnt="9"/>
      <dgm:spPr/>
    </dgm:pt>
    <dgm:pt modelId="{D4E65FD5-0B46-2746-A49D-96D1BD98084C}" type="pres">
      <dgm:prSet presAssocID="{EC0375BF-8F40-AD4A-AE2B-B69CB00AAB0E}" presName="root2" presStyleCnt="0"/>
      <dgm:spPr/>
    </dgm:pt>
    <dgm:pt modelId="{FA5933FB-57ED-6643-9CDF-9582BF363E5C}" type="pres">
      <dgm:prSet presAssocID="{EC0375BF-8F40-AD4A-AE2B-B69CB00AAB0E}" presName="LevelTwoTextNode" presStyleLbl="node2" presStyleIdx="0" presStyleCnt="9">
        <dgm:presLayoutVars>
          <dgm:chPref val="3"/>
        </dgm:presLayoutVars>
      </dgm:prSet>
      <dgm:spPr/>
    </dgm:pt>
    <dgm:pt modelId="{26CA83B1-FAEE-2049-BF17-12C03DA7E01E}" type="pres">
      <dgm:prSet presAssocID="{EC0375BF-8F40-AD4A-AE2B-B69CB00AAB0E}" presName="level3hierChild" presStyleCnt="0"/>
      <dgm:spPr/>
    </dgm:pt>
    <dgm:pt modelId="{3574AC01-5F84-5D48-835D-161B5A53191C}" type="pres">
      <dgm:prSet presAssocID="{9966EAA5-5255-C049-AE4C-99D5E1406D0B}" presName="conn2-1" presStyleLbl="parChTrans1D3" presStyleIdx="0" presStyleCnt="6"/>
      <dgm:spPr/>
    </dgm:pt>
    <dgm:pt modelId="{49093BFC-D690-044B-BE5F-3B4136DC6DF1}" type="pres">
      <dgm:prSet presAssocID="{9966EAA5-5255-C049-AE4C-99D5E1406D0B}" presName="connTx" presStyleLbl="parChTrans1D3" presStyleIdx="0" presStyleCnt="6"/>
      <dgm:spPr/>
    </dgm:pt>
    <dgm:pt modelId="{BEA93327-03AD-CC4C-A78A-EB627C31DA09}" type="pres">
      <dgm:prSet presAssocID="{48361EF5-4671-B940-8F80-A91A9B3791E8}" presName="root2" presStyleCnt="0"/>
      <dgm:spPr/>
    </dgm:pt>
    <dgm:pt modelId="{73BC6A3D-C455-4C44-AA56-0547151B4E31}" type="pres">
      <dgm:prSet presAssocID="{48361EF5-4671-B940-8F80-A91A9B3791E8}" presName="LevelTwoTextNode" presStyleLbl="node3" presStyleIdx="0" presStyleCnt="6">
        <dgm:presLayoutVars>
          <dgm:chPref val="3"/>
        </dgm:presLayoutVars>
      </dgm:prSet>
      <dgm:spPr/>
    </dgm:pt>
    <dgm:pt modelId="{C3152062-2ED7-2C42-ABB2-4E53E2D8E9E4}" type="pres">
      <dgm:prSet presAssocID="{48361EF5-4671-B940-8F80-A91A9B3791E8}" presName="level3hierChild" presStyleCnt="0"/>
      <dgm:spPr/>
    </dgm:pt>
    <dgm:pt modelId="{BE4FD910-700B-0E4F-8825-CEC9AD756DB7}" type="pres">
      <dgm:prSet presAssocID="{705C698B-FC3B-3841-912B-23D9B06AE526}" presName="conn2-1" presStyleLbl="parChTrans1D3" presStyleIdx="1" presStyleCnt="6"/>
      <dgm:spPr/>
    </dgm:pt>
    <dgm:pt modelId="{A50C95BD-CA0C-A54B-BB9A-17F23AB328F1}" type="pres">
      <dgm:prSet presAssocID="{705C698B-FC3B-3841-912B-23D9B06AE526}" presName="connTx" presStyleLbl="parChTrans1D3" presStyleIdx="1" presStyleCnt="6"/>
      <dgm:spPr/>
    </dgm:pt>
    <dgm:pt modelId="{5316351A-1627-EE45-B007-6F0EB1AFFCB9}" type="pres">
      <dgm:prSet presAssocID="{16212192-80A7-6841-BB77-D241239A8F28}" presName="root2" presStyleCnt="0"/>
      <dgm:spPr/>
    </dgm:pt>
    <dgm:pt modelId="{4F20C035-B0E0-9542-8C8D-D995D4F5C23D}" type="pres">
      <dgm:prSet presAssocID="{16212192-80A7-6841-BB77-D241239A8F28}" presName="LevelTwoTextNode" presStyleLbl="node3" presStyleIdx="1" presStyleCnt="6">
        <dgm:presLayoutVars>
          <dgm:chPref val="3"/>
        </dgm:presLayoutVars>
      </dgm:prSet>
      <dgm:spPr/>
    </dgm:pt>
    <dgm:pt modelId="{913B4525-F8A2-F940-9A17-CB932E570DA7}" type="pres">
      <dgm:prSet presAssocID="{16212192-80A7-6841-BB77-D241239A8F28}" presName="level3hierChild" presStyleCnt="0"/>
      <dgm:spPr/>
    </dgm:pt>
    <dgm:pt modelId="{21A82980-AABF-024D-AC86-EF2C68D44AFE}" type="pres">
      <dgm:prSet presAssocID="{CDAF50E0-3C9C-7C44-BAC3-0814CEBD7842}" presName="conn2-1" presStyleLbl="parChTrans1D2" presStyleIdx="1" presStyleCnt="9"/>
      <dgm:spPr/>
    </dgm:pt>
    <dgm:pt modelId="{11A92D2F-BD66-414B-8EBD-2412D8E01765}" type="pres">
      <dgm:prSet presAssocID="{CDAF50E0-3C9C-7C44-BAC3-0814CEBD7842}" presName="connTx" presStyleLbl="parChTrans1D2" presStyleIdx="1" presStyleCnt="9"/>
      <dgm:spPr/>
    </dgm:pt>
    <dgm:pt modelId="{E025B8CF-1623-814C-A096-28F7C7228E66}" type="pres">
      <dgm:prSet presAssocID="{FD483437-EECA-2C48-8B7F-CF032CE9A1CF}" presName="root2" presStyleCnt="0"/>
      <dgm:spPr/>
    </dgm:pt>
    <dgm:pt modelId="{16860075-F7A7-CE45-9639-3D34B7AFAE8D}" type="pres">
      <dgm:prSet presAssocID="{FD483437-EECA-2C48-8B7F-CF032CE9A1CF}" presName="LevelTwoTextNode" presStyleLbl="node2" presStyleIdx="1" presStyleCnt="9">
        <dgm:presLayoutVars>
          <dgm:chPref val="3"/>
        </dgm:presLayoutVars>
      </dgm:prSet>
      <dgm:spPr/>
    </dgm:pt>
    <dgm:pt modelId="{D310B57B-1005-1446-9964-FA798686E085}" type="pres">
      <dgm:prSet presAssocID="{FD483437-EECA-2C48-8B7F-CF032CE9A1CF}" presName="level3hierChild" presStyleCnt="0"/>
      <dgm:spPr/>
    </dgm:pt>
    <dgm:pt modelId="{AD423102-A7A7-F542-B528-C134DF96460E}" type="pres">
      <dgm:prSet presAssocID="{79128397-EE17-6C4C-95EE-D6F65CE2C8B7}" presName="conn2-1" presStyleLbl="parChTrans1D2" presStyleIdx="2" presStyleCnt="9"/>
      <dgm:spPr/>
    </dgm:pt>
    <dgm:pt modelId="{F53DC611-327E-5E46-A5AC-5A75D73DC182}" type="pres">
      <dgm:prSet presAssocID="{79128397-EE17-6C4C-95EE-D6F65CE2C8B7}" presName="connTx" presStyleLbl="parChTrans1D2" presStyleIdx="2" presStyleCnt="9"/>
      <dgm:spPr/>
    </dgm:pt>
    <dgm:pt modelId="{939A13B1-80EF-C94A-8E48-FF6B35FD2779}" type="pres">
      <dgm:prSet presAssocID="{E29845D4-9ACE-4247-B492-A4F375688D84}" presName="root2" presStyleCnt="0"/>
      <dgm:spPr/>
    </dgm:pt>
    <dgm:pt modelId="{823C4A3C-3323-E64B-BEE7-721F80271C1D}" type="pres">
      <dgm:prSet presAssocID="{E29845D4-9ACE-4247-B492-A4F375688D84}" presName="LevelTwoTextNode" presStyleLbl="node2" presStyleIdx="2" presStyleCnt="9">
        <dgm:presLayoutVars>
          <dgm:chPref val="3"/>
        </dgm:presLayoutVars>
      </dgm:prSet>
      <dgm:spPr/>
    </dgm:pt>
    <dgm:pt modelId="{BE3B59CC-DFAC-9448-9FC7-340C0CD0AEF1}" type="pres">
      <dgm:prSet presAssocID="{E29845D4-9ACE-4247-B492-A4F375688D84}" presName="level3hierChild" presStyleCnt="0"/>
      <dgm:spPr/>
    </dgm:pt>
    <dgm:pt modelId="{71FCE1B8-CB1A-6249-A827-6617C0C7F840}" type="pres">
      <dgm:prSet presAssocID="{7CD7CDA8-12FE-BA46-8883-630E9F0D12BD}" presName="conn2-1" presStyleLbl="parChTrans1D2" presStyleIdx="3" presStyleCnt="9"/>
      <dgm:spPr/>
    </dgm:pt>
    <dgm:pt modelId="{5BCC1333-CE83-2340-8026-BED1F9552314}" type="pres">
      <dgm:prSet presAssocID="{7CD7CDA8-12FE-BA46-8883-630E9F0D12BD}" presName="connTx" presStyleLbl="parChTrans1D2" presStyleIdx="3" presStyleCnt="9"/>
      <dgm:spPr/>
    </dgm:pt>
    <dgm:pt modelId="{4F2B6F1E-2F4C-A649-803A-F33F88E725C5}" type="pres">
      <dgm:prSet presAssocID="{1EC73B71-AF11-034B-BB19-FF57870C2C44}" presName="root2" presStyleCnt="0"/>
      <dgm:spPr/>
    </dgm:pt>
    <dgm:pt modelId="{12491220-3066-804B-8988-FB30C17CEEF8}" type="pres">
      <dgm:prSet presAssocID="{1EC73B71-AF11-034B-BB19-FF57870C2C44}" presName="LevelTwoTextNode" presStyleLbl="node2" presStyleIdx="3" presStyleCnt="9">
        <dgm:presLayoutVars>
          <dgm:chPref val="3"/>
        </dgm:presLayoutVars>
      </dgm:prSet>
      <dgm:spPr/>
    </dgm:pt>
    <dgm:pt modelId="{B9378CA5-9192-7D41-A13B-691B373EC9D4}" type="pres">
      <dgm:prSet presAssocID="{1EC73B71-AF11-034B-BB19-FF57870C2C44}" presName="level3hierChild" presStyleCnt="0"/>
      <dgm:spPr/>
    </dgm:pt>
    <dgm:pt modelId="{A33BA428-394B-604E-90B6-26F883E5FA80}" type="pres">
      <dgm:prSet presAssocID="{981829C9-94F9-7B4F-948C-5D82DD7223AF}" presName="conn2-1" presStyleLbl="parChTrans1D3" presStyleIdx="2" presStyleCnt="6"/>
      <dgm:spPr/>
    </dgm:pt>
    <dgm:pt modelId="{C60370CB-480A-EF4E-B521-C53C8C197360}" type="pres">
      <dgm:prSet presAssocID="{981829C9-94F9-7B4F-948C-5D82DD7223AF}" presName="connTx" presStyleLbl="parChTrans1D3" presStyleIdx="2" presStyleCnt="6"/>
      <dgm:spPr/>
    </dgm:pt>
    <dgm:pt modelId="{5F103C98-F71C-A54C-A2C6-BB6FB98E4CC4}" type="pres">
      <dgm:prSet presAssocID="{FD59EDE6-C5A2-8143-92C0-5BE235483583}" presName="root2" presStyleCnt="0"/>
      <dgm:spPr/>
    </dgm:pt>
    <dgm:pt modelId="{2DB7F016-B818-224A-A420-E2D5974EE4D4}" type="pres">
      <dgm:prSet presAssocID="{FD59EDE6-C5A2-8143-92C0-5BE235483583}" presName="LevelTwoTextNode" presStyleLbl="node3" presStyleIdx="2" presStyleCnt="6">
        <dgm:presLayoutVars>
          <dgm:chPref val="3"/>
        </dgm:presLayoutVars>
      </dgm:prSet>
      <dgm:spPr/>
    </dgm:pt>
    <dgm:pt modelId="{DAE0D322-2A87-7641-9D92-6BD863F3932C}" type="pres">
      <dgm:prSet presAssocID="{FD59EDE6-C5A2-8143-92C0-5BE235483583}" presName="level3hierChild" presStyleCnt="0"/>
      <dgm:spPr/>
    </dgm:pt>
    <dgm:pt modelId="{D71C3B3E-7A24-564C-87B2-A68960BC3847}" type="pres">
      <dgm:prSet presAssocID="{723330A0-EBC3-D442-847D-AD122779BEB8}" presName="conn2-1" presStyleLbl="parChTrans1D4" presStyleIdx="0" presStyleCnt="4"/>
      <dgm:spPr/>
    </dgm:pt>
    <dgm:pt modelId="{6D33926D-EED3-DF46-927F-7A0A03B7F563}" type="pres">
      <dgm:prSet presAssocID="{723330A0-EBC3-D442-847D-AD122779BEB8}" presName="connTx" presStyleLbl="parChTrans1D4" presStyleIdx="0" presStyleCnt="4"/>
      <dgm:spPr/>
    </dgm:pt>
    <dgm:pt modelId="{E86695F4-6636-6942-99DA-DCF242D78143}" type="pres">
      <dgm:prSet presAssocID="{AB4242E4-1C25-0941-B23E-B9BC0F5C064A}" presName="root2" presStyleCnt="0"/>
      <dgm:spPr/>
    </dgm:pt>
    <dgm:pt modelId="{D596AF2A-3EF2-3F42-8CC6-6F4D70E7D386}" type="pres">
      <dgm:prSet presAssocID="{AB4242E4-1C25-0941-B23E-B9BC0F5C064A}" presName="LevelTwoTextNode" presStyleLbl="node4" presStyleIdx="0" presStyleCnt="4">
        <dgm:presLayoutVars>
          <dgm:chPref val="3"/>
        </dgm:presLayoutVars>
      </dgm:prSet>
      <dgm:spPr/>
    </dgm:pt>
    <dgm:pt modelId="{E8EC8D51-C44B-D343-9038-D871E8A194DF}" type="pres">
      <dgm:prSet presAssocID="{AB4242E4-1C25-0941-B23E-B9BC0F5C064A}" presName="level3hierChild" presStyleCnt="0"/>
      <dgm:spPr/>
    </dgm:pt>
    <dgm:pt modelId="{92581162-A142-EE49-A880-026DD04C2FB3}" type="pres">
      <dgm:prSet presAssocID="{F725A49B-E6D0-7B45-A935-794CD0FD72B6}" presName="conn2-1" presStyleLbl="parChTrans1D4" presStyleIdx="1" presStyleCnt="4"/>
      <dgm:spPr/>
    </dgm:pt>
    <dgm:pt modelId="{6071D057-7AAD-F04C-946C-E3CC41F587D8}" type="pres">
      <dgm:prSet presAssocID="{F725A49B-E6D0-7B45-A935-794CD0FD72B6}" presName="connTx" presStyleLbl="parChTrans1D4" presStyleIdx="1" presStyleCnt="4"/>
      <dgm:spPr/>
    </dgm:pt>
    <dgm:pt modelId="{29D18BE9-045B-724E-9367-B7140E9E0107}" type="pres">
      <dgm:prSet presAssocID="{D0107942-A874-724C-BB47-2D23E39A6181}" presName="root2" presStyleCnt="0"/>
      <dgm:spPr/>
    </dgm:pt>
    <dgm:pt modelId="{F19F4FBB-7139-3344-A4D5-666706D1779C}" type="pres">
      <dgm:prSet presAssocID="{D0107942-A874-724C-BB47-2D23E39A6181}" presName="LevelTwoTextNode" presStyleLbl="node4" presStyleIdx="1" presStyleCnt="4">
        <dgm:presLayoutVars>
          <dgm:chPref val="3"/>
        </dgm:presLayoutVars>
      </dgm:prSet>
      <dgm:spPr/>
    </dgm:pt>
    <dgm:pt modelId="{3D2E0FAA-A9F3-C147-9E20-3334EE0AE389}" type="pres">
      <dgm:prSet presAssocID="{D0107942-A874-724C-BB47-2D23E39A6181}" presName="level3hierChild" presStyleCnt="0"/>
      <dgm:spPr/>
    </dgm:pt>
    <dgm:pt modelId="{35BE73E4-CA0E-854A-8D67-82ECD3E1163F}" type="pres">
      <dgm:prSet presAssocID="{079DF8C0-F97F-5A4C-8227-072F795584C3}" presName="conn2-1" presStyleLbl="parChTrans1D4" presStyleIdx="2" presStyleCnt="4"/>
      <dgm:spPr/>
    </dgm:pt>
    <dgm:pt modelId="{C077EE9C-A2BB-FA4E-86A7-7EBE1271A79D}" type="pres">
      <dgm:prSet presAssocID="{079DF8C0-F97F-5A4C-8227-072F795584C3}" presName="connTx" presStyleLbl="parChTrans1D4" presStyleIdx="2" presStyleCnt="4"/>
      <dgm:spPr/>
    </dgm:pt>
    <dgm:pt modelId="{FAF0A4BA-3A2B-E040-AA1D-62A5897C734C}" type="pres">
      <dgm:prSet presAssocID="{323AE8FD-89B3-494C-AAD5-2E5E39424B90}" presName="root2" presStyleCnt="0"/>
      <dgm:spPr/>
    </dgm:pt>
    <dgm:pt modelId="{8F45069C-83AF-BF4D-B0BB-61D4D200E665}" type="pres">
      <dgm:prSet presAssocID="{323AE8FD-89B3-494C-AAD5-2E5E39424B90}" presName="LevelTwoTextNode" presStyleLbl="node4" presStyleIdx="2" presStyleCnt="4">
        <dgm:presLayoutVars>
          <dgm:chPref val="3"/>
        </dgm:presLayoutVars>
      </dgm:prSet>
      <dgm:spPr/>
    </dgm:pt>
    <dgm:pt modelId="{E0F7A618-F359-F64A-9148-0C376F570382}" type="pres">
      <dgm:prSet presAssocID="{323AE8FD-89B3-494C-AAD5-2E5E39424B90}" presName="level3hierChild" presStyleCnt="0"/>
      <dgm:spPr/>
    </dgm:pt>
    <dgm:pt modelId="{B8926198-A600-1846-8B62-4903F997848A}" type="pres">
      <dgm:prSet presAssocID="{6517652E-71AE-9845-A1F7-5B0DACCECE7C}" presName="conn2-1" presStyleLbl="parChTrans1D3" presStyleIdx="3" presStyleCnt="6"/>
      <dgm:spPr/>
    </dgm:pt>
    <dgm:pt modelId="{E2EA5D5E-E442-294D-AC28-B5892A37CA4E}" type="pres">
      <dgm:prSet presAssocID="{6517652E-71AE-9845-A1F7-5B0DACCECE7C}" presName="connTx" presStyleLbl="parChTrans1D3" presStyleIdx="3" presStyleCnt="6"/>
      <dgm:spPr/>
    </dgm:pt>
    <dgm:pt modelId="{EC52FAF1-DF79-D245-A195-1CEAE9DDB599}" type="pres">
      <dgm:prSet presAssocID="{35013A5E-0056-9648-A565-9C75AD1BA956}" presName="root2" presStyleCnt="0"/>
      <dgm:spPr/>
    </dgm:pt>
    <dgm:pt modelId="{A4361D02-BA3D-9349-8514-56F3252A0D0C}" type="pres">
      <dgm:prSet presAssocID="{35013A5E-0056-9648-A565-9C75AD1BA956}" presName="LevelTwoTextNode" presStyleLbl="node3" presStyleIdx="3" presStyleCnt="6">
        <dgm:presLayoutVars>
          <dgm:chPref val="3"/>
        </dgm:presLayoutVars>
      </dgm:prSet>
      <dgm:spPr/>
    </dgm:pt>
    <dgm:pt modelId="{49F4A8C0-79E2-994D-B1E2-4C688CF7C433}" type="pres">
      <dgm:prSet presAssocID="{35013A5E-0056-9648-A565-9C75AD1BA956}" presName="level3hierChild" presStyleCnt="0"/>
      <dgm:spPr/>
    </dgm:pt>
    <dgm:pt modelId="{84D67AE3-C3A8-BD41-AE02-E95CC06C1CD5}" type="pres">
      <dgm:prSet presAssocID="{9471CD7C-D8FD-CA4A-A6AC-AA5B6827D078}" presName="conn2-1" presStyleLbl="parChTrans1D4" presStyleIdx="3" presStyleCnt="4"/>
      <dgm:spPr/>
    </dgm:pt>
    <dgm:pt modelId="{8AC6F827-B5C9-324C-A130-77130B7A3BBE}" type="pres">
      <dgm:prSet presAssocID="{9471CD7C-D8FD-CA4A-A6AC-AA5B6827D078}" presName="connTx" presStyleLbl="parChTrans1D4" presStyleIdx="3" presStyleCnt="4"/>
      <dgm:spPr/>
    </dgm:pt>
    <dgm:pt modelId="{69DE6869-1D11-3B4B-98C1-D255C9A4FE88}" type="pres">
      <dgm:prSet presAssocID="{1EDE10EE-4A89-D54C-94DC-853B3F1B1993}" presName="root2" presStyleCnt="0"/>
      <dgm:spPr/>
    </dgm:pt>
    <dgm:pt modelId="{BEBA753B-EBD7-6A40-A54E-865D11FE9C44}" type="pres">
      <dgm:prSet presAssocID="{1EDE10EE-4A89-D54C-94DC-853B3F1B1993}" presName="LevelTwoTextNode" presStyleLbl="node4" presStyleIdx="3" presStyleCnt="4">
        <dgm:presLayoutVars>
          <dgm:chPref val="3"/>
        </dgm:presLayoutVars>
      </dgm:prSet>
      <dgm:spPr/>
    </dgm:pt>
    <dgm:pt modelId="{98CA1B53-13BC-1149-B1F9-C26B3F117E77}" type="pres">
      <dgm:prSet presAssocID="{1EDE10EE-4A89-D54C-94DC-853B3F1B1993}" presName="level3hierChild" presStyleCnt="0"/>
      <dgm:spPr/>
    </dgm:pt>
    <dgm:pt modelId="{0511D343-6CEB-2942-AD87-61296962961A}" type="pres">
      <dgm:prSet presAssocID="{C9D6B71E-EC8D-BA49-8D70-D33E4518178C}" presName="conn2-1" presStyleLbl="parChTrans1D2" presStyleIdx="4" presStyleCnt="9"/>
      <dgm:spPr/>
    </dgm:pt>
    <dgm:pt modelId="{765FF19B-1BE4-4F42-A84C-17AF5E428841}" type="pres">
      <dgm:prSet presAssocID="{C9D6B71E-EC8D-BA49-8D70-D33E4518178C}" presName="connTx" presStyleLbl="parChTrans1D2" presStyleIdx="4" presStyleCnt="9"/>
      <dgm:spPr/>
    </dgm:pt>
    <dgm:pt modelId="{3A06C1CB-0C94-F245-B75C-4B0D4EC53A67}" type="pres">
      <dgm:prSet presAssocID="{37222DCE-4BEF-1840-8FB0-3C42DBD19CE4}" presName="root2" presStyleCnt="0"/>
      <dgm:spPr/>
    </dgm:pt>
    <dgm:pt modelId="{C850C5D5-89EE-4941-9742-7A3A9C5DF19E}" type="pres">
      <dgm:prSet presAssocID="{37222DCE-4BEF-1840-8FB0-3C42DBD19CE4}" presName="LevelTwoTextNode" presStyleLbl="node2" presStyleIdx="4" presStyleCnt="9">
        <dgm:presLayoutVars>
          <dgm:chPref val="3"/>
        </dgm:presLayoutVars>
      </dgm:prSet>
      <dgm:spPr/>
    </dgm:pt>
    <dgm:pt modelId="{9C082E0E-C652-7D40-8A67-01F4A6137CC5}" type="pres">
      <dgm:prSet presAssocID="{37222DCE-4BEF-1840-8FB0-3C42DBD19CE4}" presName="level3hierChild" presStyleCnt="0"/>
      <dgm:spPr/>
    </dgm:pt>
    <dgm:pt modelId="{BA1D96F1-0C11-734A-BEAF-D12689251123}" type="pres">
      <dgm:prSet presAssocID="{373FE1B6-BF84-A740-A737-448ABC01A2AA}" presName="conn2-1" presStyleLbl="parChTrans1D2" presStyleIdx="5" presStyleCnt="9"/>
      <dgm:spPr/>
    </dgm:pt>
    <dgm:pt modelId="{893AC928-C803-F241-9DC0-90031C4C94BE}" type="pres">
      <dgm:prSet presAssocID="{373FE1B6-BF84-A740-A737-448ABC01A2AA}" presName="connTx" presStyleLbl="parChTrans1D2" presStyleIdx="5" presStyleCnt="9"/>
      <dgm:spPr/>
    </dgm:pt>
    <dgm:pt modelId="{E11A127F-BBB5-5A4B-A271-3BAF961B9622}" type="pres">
      <dgm:prSet presAssocID="{12EAB764-FE1D-F047-9A81-27C463D65312}" presName="root2" presStyleCnt="0"/>
      <dgm:spPr/>
    </dgm:pt>
    <dgm:pt modelId="{D5D4E2F4-19AB-1546-9D03-10ADE8DDB62E}" type="pres">
      <dgm:prSet presAssocID="{12EAB764-FE1D-F047-9A81-27C463D65312}" presName="LevelTwoTextNode" presStyleLbl="node2" presStyleIdx="5" presStyleCnt="9">
        <dgm:presLayoutVars>
          <dgm:chPref val="3"/>
        </dgm:presLayoutVars>
      </dgm:prSet>
      <dgm:spPr/>
    </dgm:pt>
    <dgm:pt modelId="{4ACE132D-67B8-774E-922A-A4C0DA89D618}" type="pres">
      <dgm:prSet presAssocID="{12EAB764-FE1D-F047-9A81-27C463D65312}" presName="level3hierChild" presStyleCnt="0"/>
      <dgm:spPr/>
    </dgm:pt>
    <dgm:pt modelId="{5436B8B9-E78F-E941-A5A6-C0E3D327F3C8}" type="pres">
      <dgm:prSet presAssocID="{BBD8D511-13B4-664D-89DE-0F15C0860480}" presName="conn2-1" presStyleLbl="parChTrans1D3" presStyleIdx="4" presStyleCnt="6"/>
      <dgm:spPr/>
    </dgm:pt>
    <dgm:pt modelId="{7AFA966F-8D23-A541-8332-80240F421617}" type="pres">
      <dgm:prSet presAssocID="{BBD8D511-13B4-664D-89DE-0F15C0860480}" presName="connTx" presStyleLbl="parChTrans1D3" presStyleIdx="4" presStyleCnt="6"/>
      <dgm:spPr/>
    </dgm:pt>
    <dgm:pt modelId="{AF52ED3B-62AD-0045-8A82-40FD29DE1B6B}" type="pres">
      <dgm:prSet presAssocID="{DB00F5D9-412E-764E-87CD-28E1E26B6251}" presName="root2" presStyleCnt="0"/>
      <dgm:spPr/>
    </dgm:pt>
    <dgm:pt modelId="{E5E90B1E-C5CE-7D4B-A256-5D3A878C0862}" type="pres">
      <dgm:prSet presAssocID="{DB00F5D9-412E-764E-87CD-28E1E26B6251}" presName="LevelTwoTextNode" presStyleLbl="node3" presStyleIdx="4" presStyleCnt="6">
        <dgm:presLayoutVars>
          <dgm:chPref val="3"/>
        </dgm:presLayoutVars>
      </dgm:prSet>
      <dgm:spPr/>
    </dgm:pt>
    <dgm:pt modelId="{D899FF43-F7AB-884C-95E9-FF324CAF2DE8}" type="pres">
      <dgm:prSet presAssocID="{DB00F5D9-412E-764E-87CD-28E1E26B6251}" presName="level3hierChild" presStyleCnt="0"/>
      <dgm:spPr/>
    </dgm:pt>
    <dgm:pt modelId="{B94DC295-8E37-2949-B877-7E0BCF465191}" type="pres">
      <dgm:prSet presAssocID="{B6765E8C-7AB2-2143-A2AD-3A55FE44FD80}" presName="conn2-1" presStyleLbl="parChTrans1D2" presStyleIdx="6" presStyleCnt="9"/>
      <dgm:spPr/>
    </dgm:pt>
    <dgm:pt modelId="{9704057F-3617-D040-B187-C1B64EFC6312}" type="pres">
      <dgm:prSet presAssocID="{B6765E8C-7AB2-2143-A2AD-3A55FE44FD80}" presName="connTx" presStyleLbl="parChTrans1D2" presStyleIdx="6" presStyleCnt="9"/>
      <dgm:spPr/>
    </dgm:pt>
    <dgm:pt modelId="{B6BC02EA-A620-F641-9C75-F11E5755C41C}" type="pres">
      <dgm:prSet presAssocID="{4A050D9D-40CE-A841-81EA-223A7F977F9D}" presName="root2" presStyleCnt="0"/>
      <dgm:spPr/>
    </dgm:pt>
    <dgm:pt modelId="{F599BF8C-A65A-E841-B280-3635097C29B7}" type="pres">
      <dgm:prSet presAssocID="{4A050D9D-40CE-A841-81EA-223A7F977F9D}" presName="LevelTwoTextNode" presStyleLbl="node2" presStyleIdx="6" presStyleCnt="9">
        <dgm:presLayoutVars>
          <dgm:chPref val="3"/>
        </dgm:presLayoutVars>
      </dgm:prSet>
      <dgm:spPr/>
    </dgm:pt>
    <dgm:pt modelId="{C73D732E-0A57-994C-BD22-4E03F14620E9}" type="pres">
      <dgm:prSet presAssocID="{4A050D9D-40CE-A841-81EA-223A7F977F9D}" presName="level3hierChild" presStyleCnt="0"/>
      <dgm:spPr/>
    </dgm:pt>
    <dgm:pt modelId="{4BB4948C-5A27-1149-A188-FC6941AF0F37}" type="pres">
      <dgm:prSet presAssocID="{97D24932-C5E7-C542-AA3A-5417B565BBA5}" presName="conn2-1" presStyleLbl="parChTrans1D3" presStyleIdx="5" presStyleCnt="6"/>
      <dgm:spPr/>
    </dgm:pt>
    <dgm:pt modelId="{0FF756B4-2337-0041-904C-9916660B438C}" type="pres">
      <dgm:prSet presAssocID="{97D24932-C5E7-C542-AA3A-5417B565BBA5}" presName="connTx" presStyleLbl="parChTrans1D3" presStyleIdx="5" presStyleCnt="6"/>
      <dgm:spPr/>
    </dgm:pt>
    <dgm:pt modelId="{FEAF09E5-EECE-3142-A673-333A691B5BA9}" type="pres">
      <dgm:prSet presAssocID="{6CD70B19-8300-D448-970E-63448C953011}" presName="root2" presStyleCnt="0"/>
      <dgm:spPr/>
    </dgm:pt>
    <dgm:pt modelId="{0F7F6C11-72F3-EE40-839C-22F59868A4C8}" type="pres">
      <dgm:prSet presAssocID="{6CD70B19-8300-D448-970E-63448C953011}" presName="LevelTwoTextNode" presStyleLbl="node3" presStyleIdx="5" presStyleCnt="6">
        <dgm:presLayoutVars>
          <dgm:chPref val="3"/>
        </dgm:presLayoutVars>
      </dgm:prSet>
      <dgm:spPr/>
    </dgm:pt>
    <dgm:pt modelId="{C7325CD4-C20E-2246-A276-A23999FB577D}" type="pres">
      <dgm:prSet presAssocID="{6CD70B19-8300-D448-970E-63448C953011}" presName="level3hierChild" presStyleCnt="0"/>
      <dgm:spPr/>
    </dgm:pt>
    <dgm:pt modelId="{24A93EFA-2091-6246-84DB-F0B6A5D82B20}" type="pres">
      <dgm:prSet presAssocID="{5FADCCF9-EE34-164C-A545-89EFADBE034A}" presName="conn2-1" presStyleLbl="parChTrans1D2" presStyleIdx="7" presStyleCnt="9"/>
      <dgm:spPr/>
    </dgm:pt>
    <dgm:pt modelId="{FFFAEC07-50F8-DF4A-8337-FF5BEE83D812}" type="pres">
      <dgm:prSet presAssocID="{5FADCCF9-EE34-164C-A545-89EFADBE034A}" presName="connTx" presStyleLbl="parChTrans1D2" presStyleIdx="7" presStyleCnt="9"/>
      <dgm:spPr/>
    </dgm:pt>
    <dgm:pt modelId="{B8708FDF-05BC-0C4E-A707-0EA964F12BCF}" type="pres">
      <dgm:prSet presAssocID="{E8A31125-0F8A-DE46-AE27-EEBFAEAD16AA}" presName="root2" presStyleCnt="0"/>
      <dgm:spPr/>
    </dgm:pt>
    <dgm:pt modelId="{DB2A3FD7-9491-EF41-AA9C-0E67C26E5FEC}" type="pres">
      <dgm:prSet presAssocID="{E8A31125-0F8A-DE46-AE27-EEBFAEAD16AA}" presName="LevelTwoTextNode" presStyleLbl="node2" presStyleIdx="7" presStyleCnt="9">
        <dgm:presLayoutVars>
          <dgm:chPref val="3"/>
        </dgm:presLayoutVars>
      </dgm:prSet>
      <dgm:spPr/>
    </dgm:pt>
    <dgm:pt modelId="{E8A3FEF1-DEB2-4E4E-871B-3D1DCA0FAB9C}" type="pres">
      <dgm:prSet presAssocID="{E8A31125-0F8A-DE46-AE27-EEBFAEAD16AA}" presName="level3hierChild" presStyleCnt="0"/>
      <dgm:spPr/>
    </dgm:pt>
    <dgm:pt modelId="{6C9DE42C-75AE-6142-BF0F-42C095A1D810}" type="pres">
      <dgm:prSet presAssocID="{5B5AA07D-6128-8442-959E-959A0195506A}" presName="conn2-1" presStyleLbl="parChTrans1D2" presStyleIdx="8" presStyleCnt="9"/>
      <dgm:spPr/>
    </dgm:pt>
    <dgm:pt modelId="{D76E2962-8A03-7B40-8E14-D4BB5D53E745}" type="pres">
      <dgm:prSet presAssocID="{5B5AA07D-6128-8442-959E-959A0195506A}" presName="connTx" presStyleLbl="parChTrans1D2" presStyleIdx="8" presStyleCnt="9"/>
      <dgm:spPr/>
    </dgm:pt>
    <dgm:pt modelId="{BFA54B6F-8698-704C-A6F8-ACC8268771AD}" type="pres">
      <dgm:prSet presAssocID="{764E38B1-E589-BA44-BF07-E03BE6B691EE}" presName="root2" presStyleCnt="0"/>
      <dgm:spPr/>
    </dgm:pt>
    <dgm:pt modelId="{0DE7B41B-E229-FF43-9E93-A4FEA0BA76F1}" type="pres">
      <dgm:prSet presAssocID="{764E38B1-E589-BA44-BF07-E03BE6B691EE}" presName="LevelTwoTextNode" presStyleLbl="node2" presStyleIdx="8" presStyleCnt="9">
        <dgm:presLayoutVars>
          <dgm:chPref val="3"/>
        </dgm:presLayoutVars>
      </dgm:prSet>
      <dgm:spPr/>
    </dgm:pt>
    <dgm:pt modelId="{CFAD3A94-E416-A143-BB90-2945784C9729}" type="pres">
      <dgm:prSet presAssocID="{764E38B1-E589-BA44-BF07-E03BE6B691EE}" presName="level3hierChild" presStyleCnt="0"/>
      <dgm:spPr/>
    </dgm:pt>
  </dgm:ptLst>
  <dgm:cxnLst>
    <dgm:cxn modelId="{707F0E03-FCCF-C644-924B-9E954AB600C6}" srcId="{A78CC315-D0B6-A545-8C88-1787318AE8CE}" destId="{1EC73B71-AF11-034B-BB19-FF57870C2C44}" srcOrd="3" destOrd="0" parTransId="{7CD7CDA8-12FE-BA46-8883-630E9F0D12BD}" sibTransId="{F040E930-C0F0-A64E-92B3-CD1DB3176E8A}"/>
    <dgm:cxn modelId="{7BB85E05-4E72-0945-8A7F-DC3AD248300B}" type="presOf" srcId="{079DF8C0-F97F-5A4C-8227-072F795584C3}" destId="{35BE73E4-CA0E-854A-8D67-82ECD3E1163F}" srcOrd="0" destOrd="0" presId="urn:microsoft.com/office/officeart/2008/layout/HorizontalMultiLevelHierarchy"/>
    <dgm:cxn modelId="{1A504605-6FE8-3642-A474-9DC7F9D82E76}" type="presOf" srcId="{E8A31125-0F8A-DE46-AE27-EEBFAEAD16AA}" destId="{DB2A3FD7-9491-EF41-AA9C-0E67C26E5FEC}" srcOrd="0" destOrd="0" presId="urn:microsoft.com/office/officeart/2008/layout/HorizontalMultiLevelHierarchy"/>
    <dgm:cxn modelId="{BFEE6409-5278-6F48-852C-7B14F2B492C9}" srcId="{A78CC315-D0B6-A545-8C88-1787318AE8CE}" destId="{E8A31125-0F8A-DE46-AE27-EEBFAEAD16AA}" srcOrd="7" destOrd="0" parTransId="{5FADCCF9-EE34-164C-A545-89EFADBE034A}" sibTransId="{0650C9D5-09F5-6A4D-8461-40BB46018BFB}"/>
    <dgm:cxn modelId="{F326020A-6AE6-1949-930E-90B4222FE10F}" type="presOf" srcId="{C9D6B71E-EC8D-BA49-8D70-D33E4518178C}" destId="{765FF19B-1BE4-4F42-A84C-17AF5E428841}" srcOrd="1" destOrd="0" presId="urn:microsoft.com/office/officeart/2008/layout/HorizontalMultiLevelHierarchy"/>
    <dgm:cxn modelId="{CA194C10-9DC1-5142-826B-F80424EF83DC}" srcId="{AB4242E4-1C25-0941-B23E-B9BC0F5C064A}" destId="{D0107942-A874-724C-BB47-2D23E39A6181}" srcOrd="0" destOrd="0" parTransId="{F725A49B-E6D0-7B45-A935-794CD0FD72B6}" sibTransId="{D95E87F6-E5A6-C446-956A-176FCF9A7F6F}"/>
    <dgm:cxn modelId="{DA5B4411-5CFA-814D-8CA1-CD33FEE45DBF}" srcId="{A78CC315-D0B6-A545-8C88-1787318AE8CE}" destId="{EC0375BF-8F40-AD4A-AE2B-B69CB00AAB0E}" srcOrd="0" destOrd="0" parTransId="{F00C6969-8518-0943-95A0-48F5C16CF853}" sibTransId="{36D7A4E5-F346-6143-AC7C-D3E6950A8221}"/>
    <dgm:cxn modelId="{F6F87111-AAC4-E641-AC26-1E60F1145A7B}" type="presOf" srcId="{AB4242E4-1C25-0941-B23E-B9BC0F5C064A}" destId="{D596AF2A-3EF2-3F42-8CC6-6F4D70E7D386}" srcOrd="0" destOrd="0" presId="urn:microsoft.com/office/officeart/2008/layout/HorizontalMultiLevelHierarchy"/>
    <dgm:cxn modelId="{DF0A3312-A7FA-2D4F-BF00-CF1190ED3E8A}" type="presOf" srcId="{9471CD7C-D8FD-CA4A-A6AC-AA5B6827D078}" destId="{84D67AE3-C3A8-BD41-AE02-E95CC06C1CD5}" srcOrd="0" destOrd="0" presId="urn:microsoft.com/office/officeart/2008/layout/HorizontalMultiLevelHierarchy"/>
    <dgm:cxn modelId="{7A6C3E17-9857-5748-B696-7EE4C5C769C1}" type="presOf" srcId="{FD59EDE6-C5A2-8143-92C0-5BE235483583}" destId="{2DB7F016-B818-224A-A420-E2D5974EE4D4}" srcOrd="0" destOrd="0" presId="urn:microsoft.com/office/officeart/2008/layout/HorizontalMultiLevelHierarchy"/>
    <dgm:cxn modelId="{699B7220-4DD0-624F-BFA1-AAC5D43B6739}" srcId="{A78CC315-D0B6-A545-8C88-1787318AE8CE}" destId="{37222DCE-4BEF-1840-8FB0-3C42DBD19CE4}" srcOrd="4" destOrd="0" parTransId="{C9D6B71E-EC8D-BA49-8D70-D33E4518178C}" sibTransId="{1025C772-BE5E-CA4A-A402-5089D9C166E7}"/>
    <dgm:cxn modelId="{E1575B26-1A3E-D345-9579-649675C82B93}" type="presOf" srcId="{981829C9-94F9-7B4F-948C-5D82DD7223AF}" destId="{C60370CB-480A-EF4E-B521-C53C8C197360}" srcOrd="1" destOrd="0" presId="urn:microsoft.com/office/officeart/2008/layout/HorizontalMultiLevelHierarchy"/>
    <dgm:cxn modelId="{16269B26-AFD6-AB45-9943-DA5B940B354F}" type="presOf" srcId="{37222DCE-4BEF-1840-8FB0-3C42DBD19CE4}" destId="{C850C5D5-89EE-4941-9742-7A3A9C5DF19E}" srcOrd="0" destOrd="0" presId="urn:microsoft.com/office/officeart/2008/layout/HorizontalMultiLevelHierarchy"/>
    <dgm:cxn modelId="{E80B7827-9343-2940-AAAD-FF993DE7C4B4}" type="presOf" srcId="{9966EAA5-5255-C049-AE4C-99D5E1406D0B}" destId="{3574AC01-5F84-5D48-835D-161B5A53191C}" srcOrd="0" destOrd="0" presId="urn:microsoft.com/office/officeart/2008/layout/HorizontalMultiLevelHierarchy"/>
    <dgm:cxn modelId="{A0A2B52F-17BF-5749-8E49-C369E8AD1876}" srcId="{12EAB764-FE1D-F047-9A81-27C463D65312}" destId="{DB00F5D9-412E-764E-87CD-28E1E26B6251}" srcOrd="0" destOrd="0" parTransId="{BBD8D511-13B4-664D-89DE-0F15C0860480}" sibTransId="{0835BBFA-888E-8148-BD94-84870854349E}"/>
    <dgm:cxn modelId="{2D9AFF35-26F7-B743-A918-78D0D74F6625}" type="presOf" srcId="{981829C9-94F9-7B4F-948C-5D82DD7223AF}" destId="{A33BA428-394B-604E-90B6-26F883E5FA80}" srcOrd="0" destOrd="0" presId="urn:microsoft.com/office/officeart/2008/layout/HorizontalMultiLevelHierarchy"/>
    <dgm:cxn modelId="{4DA3DB36-5893-4A40-BDB0-F7405FC400E8}" type="presOf" srcId="{079DF8C0-F97F-5A4C-8227-072F795584C3}" destId="{C077EE9C-A2BB-FA4E-86A7-7EBE1271A79D}" srcOrd="1" destOrd="0" presId="urn:microsoft.com/office/officeart/2008/layout/HorizontalMultiLevelHierarchy"/>
    <dgm:cxn modelId="{7C6F375C-626F-6046-B50B-E0B4D28898C9}" type="presOf" srcId="{79128397-EE17-6C4C-95EE-D6F65CE2C8B7}" destId="{AD423102-A7A7-F542-B528-C134DF96460E}" srcOrd="0" destOrd="0" presId="urn:microsoft.com/office/officeart/2008/layout/HorizontalMultiLevelHierarchy"/>
    <dgm:cxn modelId="{B3F25F5C-87D7-9544-8A5B-5A1BEA207AF7}" type="presOf" srcId="{5B5AA07D-6128-8442-959E-959A0195506A}" destId="{D76E2962-8A03-7B40-8E14-D4BB5D53E745}" srcOrd="1" destOrd="0" presId="urn:microsoft.com/office/officeart/2008/layout/HorizontalMultiLevelHierarchy"/>
    <dgm:cxn modelId="{BA198B5C-F23E-D54D-A248-CD899FC23D32}" type="presOf" srcId="{DB00F5D9-412E-764E-87CD-28E1E26B6251}" destId="{E5E90B1E-C5CE-7D4B-A256-5D3A878C0862}" srcOrd="0" destOrd="0" presId="urn:microsoft.com/office/officeart/2008/layout/HorizontalMultiLevelHierarchy"/>
    <dgm:cxn modelId="{6F1D875F-3900-FD43-8753-78FF2F383ACA}" type="presOf" srcId="{12EAB764-FE1D-F047-9A81-27C463D65312}" destId="{D5D4E2F4-19AB-1546-9D03-10ADE8DDB62E}" srcOrd="0" destOrd="0" presId="urn:microsoft.com/office/officeart/2008/layout/HorizontalMultiLevelHierarchy"/>
    <dgm:cxn modelId="{AA70D65F-54D4-B54E-AAA1-F1972C0D5B7E}" type="presOf" srcId="{E29845D4-9ACE-4247-B492-A4F375688D84}" destId="{823C4A3C-3323-E64B-BEE7-721F80271C1D}" srcOrd="0" destOrd="0" presId="urn:microsoft.com/office/officeart/2008/layout/HorizontalMultiLevelHierarchy"/>
    <dgm:cxn modelId="{8C63D860-49F2-AD42-9A71-22C84D512A3E}" type="presOf" srcId="{C9D6B71E-EC8D-BA49-8D70-D33E4518178C}" destId="{0511D343-6CEB-2942-AD87-61296962961A}" srcOrd="0" destOrd="0" presId="urn:microsoft.com/office/officeart/2008/layout/HorizontalMultiLevelHierarchy"/>
    <dgm:cxn modelId="{DECA2761-5584-CE46-9D95-8CC1FF283AAD}" type="presOf" srcId="{B6765E8C-7AB2-2143-A2AD-3A55FE44FD80}" destId="{9704057F-3617-D040-B187-C1B64EFC6312}" srcOrd="1" destOrd="0" presId="urn:microsoft.com/office/officeart/2008/layout/HorizontalMultiLevelHierarchy"/>
    <dgm:cxn modelId="{0F132C61-6C5D-6F4E-991F-527F94B729A6}" type="presOf" srcId="{BBD8D511-13B4-664D-89DE-0F15C0860480}" destId="{7AFA966F-8D23-A541-8332-80240F421617}" srcOrd="1" destOrd="0" presId="urn:microsoft.com/office/officeart/2008/layout/HorizontalMultiLevelHierarchy"/>
    <dgm:cxn modelId="{56E71243-9E2D-D943-B6B1-B62A654295AD}" type="presOf" srcId="{5B5AA07D-6128-8442-959E-959A0195506A}" destId="{6C9DE42C-75AE-6142-BF0F-42C095A1D810}" srcOrd="0" destOrd="0" presId="urn:microsoft.com/office/officeart/2008/layout/HorizontalMultiLevelHierarchy"/>
    <dgm:cxn modelId="{671D2743-811A-5A40-8CC2-D0F3F8FD3F71}" type="presOf" srcId="{97D24932-C5E7-C542-AA3A-5417B565BBA5}" destId="{0FF756B4-2337-0041-904C-9916660B438C}" srcOrd="1" destOrd="0" presId="urn:microsoft.com/office/officeart/2008/layout/HorizontalMultiLevelHierarchy"/>
    <dgm:cxn modelId="{B81C7963-CF71-6F47-A733-15A8CBFA30C9}" type="presOf" srcId="{35013A5E-0056-9648-A565-9C75AD1BA956}" destId="{A4361D02-BA3D-9349-8514-56F3252A0D0C}" srcOrd="0" destOrd="0" presId="urn:microsoft.com/office/officeart/2008/layout/HorizontalMultiLevelHierarchy"/>
    <dgm:cxn modelId="{E1CA6E64-7F08-3046-84B5-D99EF818142D}" type="presOf" srcId="{16212192-80A7-6841-BB77-D241239A8F28}" destId="{4F20C035-B0E0-9542-8C8D-D995D4F5C23D}" srcOrd="0" destOrd="0" presId="urn:microsoft.com/office/officeart/2008/layout/HorizontalMultiLevelHierarchy"/>
    <dgm:cxn modelId="{68568C44-4872-8A48-8C4C-6EF256D6A1B7}" srcId="{35013A5E-0056-9648-A565-9C75AD1BA956}" destId="{1EDE10EE-4A89-D54C-94DC-853B3F1B1993}" srcOrd="0" destOrd="0" parTransId="{9471CD7C-D8FD-CA4A-A6AC-AA5B6827D078}" sibTransId="{169F56B8-ED0B-464E-A922-28C8C98F4B9E}"/>
    <dgm:cxn modelId="{66585D66-CB19-A04D-85A1-254058B045FE}" srcId="{EC0375BF-8F40-AD4A-AE2B-B69CB00AAB0E}" destId="{16212192-80A7-6841-BB77-D241239A8F28}" srcOrd="1" destOrd="0" parTransId="{705C698B-FC3B-3841-912B-23D9B06AE526}" sibTransId="{0659AB10-DCFC-A342-AF10-BF08C021B082}"/>
    <dgm:cxn modelId="{32204D47-DE99-B34C-B606-842C28FCFB4D}" srcId="{1EC73B71-AF11-034B-BB19-FF57870C2C44}" destId="{35013A5E-0056-9648-A565-9C75AD1BA956}" srcOrd="1" destOrd="0" parTransId="{6517652E-71AE-9845-A1F7-5B0DACCECE7C}" sibTransId="{FDE73CC8-4587-3A41-B9E6-4AEC6F6A1BCD}"/>
    <dgm:cxn modelId="{AFAC4849-E1B8-F748-AB3B-F0CB8588C0E4}" type="presOf" srcId="{CDAF50E0-3C9C-7C44-BAC3-0814CEBD7842}" destId="{21A82980-AABF-024D-AC86-EF2C68D44AFE}" srcOrd="0" destOrd="0" presId="urn:microsoft.com/office/officeart/2008/layout/HorizontalMultiLevelHierarchy"/>
    <dgm:cxn modelId="{3B3D3A4A-EB8E-9047-857E-111672A9EA4F}" type="presOf" srcId="{5FADCCF9-EE34-164C-A545-89EFADBE034A}" destId="{FFFAEC07-50F8-DF4A-8337-FF5BEE83D812}" srcOrd="1" destOrd="0" presId="urn:microsoft.com/office/officeart/2008/layout/HorizontalMultiLevelHierarchy"/>
    <dgm:cxn modelId="{5900F14B-1B1D-0749-920F-FFD9A1FA6167}" type="presOf" srcId="{7CD7CDA8-12FE-BA46-8883-630E9F0D12BD}" destId="{71FCE1B8-CB1A-6249-A827-6617C0C7F840}" srcOrd="0" destOrd="0" presId="urn:microsoft.com/office/officeart/2008/layout/HorizontalMultiLevelHierarchy"/>
    <dgm:cxn modelId="{10EE7470-F7B8-E94A-A0F8-339B2AEE910A}" type="presOf" srcId="{1EDE10EE-4A89-D54C-94DC-853B3F1B1993}" destId="{BEBA753B-EBD7-6A40-A54E-865D11FE9C44}" srcOrd="0" destOrd="0" presId="urn:microsoft.com/office/officeart/2008/layout/HorizontalMultiLevelHierarchy"/>
    <dgm:cxn modelId="{AB08CC55-A95F-A740-8BEA-29226E77A156}" type="presOf" srcId="{CDAF50E0-3C9C-7C44-BAC3-0814CEBD7842}" destId="{11A92D2F-BD66-414B-8EBD-2412D8E01765}" srcOrd="1" destOrd="0" presId="urn:microsoft.com/office/officeart/2008/layout/HorizontalMultiLevelHierarchy"/>
    <dgm:cxn modelId="{FB5AC658-4335-DE42-A910-D6E1B4BA5B26}" type="presOf" srcId="{373FE1B6-BF84-A740-A737-448ABC01A2AA}" destId="{BA1D96F1-0C11-734A-BEAF-D12689251123}" srcOrd="0" destOrd="0" presId="urn:microsoft.com/office/officeart/2008/layout/HorizontalMultiLevelHierarchy"/>
    <dgm:cxn modelId="{EB99EC59-DAB1-F44B-A5D8-337FA9CEDEF1}" type="presOf" srcId="{B6765E8C-7AB2-2143-A2AD-3A55FE44FD80}" destId="{B94DC295-8E37-2949-B877-7E0BCF465191}" srcOrd="0" destOrd="0" presId="urn:microsoft.com/office/officeart/2008/layout/HorizontalMultiLevelHierarchy"/>
    <dgm:cxn modelId="{B0EC9B5A-41D9-FF4E-B7D4-17D1DC3327DC}" type="presOf" srcId="{373FE1B6-BF84-A740-A737-448ABC01A2AA}" destId="{893AC928-C803-F241-9DC0-90031C4C94BE}" srcOrd="1" destOrd="0" presId="urn:microsoft.com/office/officeart/2008/layout/HorizontalMultiLevelHierarchy"/>
    <dgm:cxn modelId="{17634F7B-00CD-554F-BC2A-B2E3F4A2BF1E}" srcId="{A78CC315-D0B6-A545-8C88-1787318AE8CE}" destId="{4A050D9D-40CE-A841-81EA-223A7F977F9D}" srcOrd="6" destOrd="0" parTransId="{B6765E8C-7AB2-2143-A2AD-3A55FE44FD80}" sibTransId="{AF878C8E-911B-9044-8ABC-718C7E3D4C4F}"/>
    <dgm:cxn modelId="{839F9883-58D1-1F4E-B52C-60F7E16FFBDF}" type="presOf" srcId="{705C698B-FC3B-3841-912B-23D9B06AE526}" destId="{BE4FD910-700B-0E4F-8825-CEC9AD756DB7}" srcOrd="0" destOrd="0" presId="urn:microsoft.com/office/officeart/2008/layout/HorizontalMultiLevelHierarchy"/>
    <dgm:cxn modelId="{868D6388-23D7-3F48-B1A4-4B32B70FAC78}" srcId="{A78CC315-D0B6-A545-8C88-1787318AE8CE}" destId="{E29845D4-9ACE-4247-B492-A4F375688D84}" srcOrd="2" destOrd="0" parTransId="{79128397-EE17-6C4C-95EE-D6F65CE2C8B7}" sibTransId="{6D8AF9E7-4512-9E4F-9298-DEB5993B181E}"/>
    <dgm:cxn modelId="{F5B79289-41BD-1143-9A5D-811F17CF309E}" type="presOf" srcId="{705C698B-FC3B-3841-912B-23D9B06AE526}" destId="{A50C95BD-CA0C-A54B-BB9A-17F23AB328F1}" srcOrd="1" destOrd="0" presId="urn:microsoft.com/office/officeart/2008/layout/HorizontalMultiLevelHierarchy"/>
    <dgm:cxn modelId="{7B64608F-9AB9-0441-BA1F-4B7A48D96BBF}" srcId="{AB4242E4-1C25-0941-B23E-B9BC0F5C064A}" destId="{323AE8FD-89B3-494C-AAD5-2E5E39424B90}" srcOrd="1" destOrd="0" parTransId="{079DF8C0-F97F-5A4C-8227-072F795584C3}" sibTransId="{93D151B0-254A-F543-A3A6-285462373DFB}"/>
    <dgm:cxn modelId="{5D865F94-73AD-9540-B865-2D1971FADBB0}" type="presOf" srcId="{48361EF5-4671-B940-8F80-A91A9B3791E8}" destId="{73BC6A3D-C455-4C44-AA56-0547151B4E31}" srcOrd="0" destOrd="0" presId="urn:microsoft.com/office/officeart/2008/layout/HorizontalMultiLevelHierarchy"/>
    <dgm:cxn modelId="{DC5FA294-034B-F245-BD4C-BDC41F656DCA}" type="presOf" srcId="{1EC73B71-AF11-034B-BB19-FF57870C2C44}" destId="{12491220-3066-804B-8988-FB30C17CEEF8}" srcOrd="0" destOrd="0" presId="urn:microsoft.com/office/officeart/2008/layout/HorizontalMultiLevelHierarchy"/>
    <dgm:cxn modelId="{B9B19295-D0FC-B24B-B7EA-E796AAB62CE1}" srcId="{FD59EDE6-C5A2-8143-92C0-5BE235483583}" destId="{AB4242E4-1C25-0941-B23E-B9BC0F5C064A}" srcOrd="0" destOrd="0" parTransId="{723330A0-EBC3-D442-847D-AD122779BEB8}" sibTransId="{3BBEE2DE-6535-0840-9A2E-53B8A61697E1}"/>
    <dgm:cxn modelId="{F6CFF898-8F53-7545-B6C5-D1E4D64E5E81}" type="presOf" srcId="{6517652E-71AE-9845-A1F7-5B0DACCECE7C}" destId="{E2EA5D5E-E442-294D-AC28-B5892A37CA4E}" srcOrd="1" destOrd="0" presId="urn:microsoft.com/office/officeart/2008/layout/HorizontalMultiLevelHierarchy"/>
    <dgm:cxn modelId="{972E6D9B-77A7-9949-8355-7FEBF4A974D2}" type="presOf" srcId="{EC0375BF-8F40-AD4A-AE2B-B69CB00AAB0E}" destId="{FA5933FB-57ED-6643-9CDF-9582BF363E5C}" srcOrd="0" destOrd="0" presId="urn:microsoft.com/office/officeart/2008/layout/HorizontalMultiLevelHierarchy"/>
    <dgm:cxn modelId="{97E4FEA1-86AF-7144-9AD8-13DC4621F8E7}" type="presOf" srcId="{BBD8D511-13B4-664D-89DE-0F15C0860480}" destId="{5436B8B9-E78F-E941-A5A6-C0E3D327F3C8}" srcOrd="0" destOrd="0" presId="urn:microsoft.com/office/officeart/2008/layout/HorizontalMultiLevelHierarchy"/>
    <dgm:cxn modelId="{1CD645A4-3121-FA41-B34C-9AA410B76387}" type="presOf" srcId="{F00C6969-8518-0943-95A0-48F5C16CF853}" destId="{9F361AF5-2D13-2340-A40F-960A6FDAC804}" srcOrd="0" destOrd="0" presId="urn:microsoft.com/office/officeart/2008/layout/HorizontalMultiLevelHierarchy"/>
    <dgm:cxn modelId="{8B279CAB-628C-DD48-9A56-CB93E316215F}" type="presOf" srcId="{4A050D9D-40CE-A841-81EA-223A7F977F9D}" destId="{F599BF8C-A65A-E841-B280-3635097C29B7}" srcOrd="0" destOrd="0" presId="urn:microsoft.com/office/officeart/2008/layout/HorizontalMultiLevelHierarchy"/>
    <dgm:cxn modelId="{70549DB1-D1C0-524D-9E69-C3C7385E8973}" type="presOf" srcId="{F725A49B-E6D0-7B45-A935-794CD0FD72B6}" destId="{6071D057-7AAD-F04C-946C-E3CC41F587D8}" srcOrd="1" destOrd="0" presId="urn:microsoft.com/office/officeart/2008/layout/HorizontalMultiLevelHierarchy"/>
    <dgm:cxn modelId="{007F33B2-71E7-9542-9B59-DE4C5DC67E62}" srcId="{A78CC315-D0B6-A545-8C88-1787318AE8CE}" destId="{764E38B1-E589-BA44-BF07-E03BE6B691EE}" srcOrd="8" destOrd="0" parTransId="{5B5AA07D-6128-8442-959E-959A0195506A}" sibTransId="{DFB5A1BB-B872-1E43-90D4-C410D6C73F48}"/>
    <dgm:cxn modelId="{C19C08B3-6D8F-8546-ACDB-B9CA5D94152E}" type="presOf" srcId="{6CD70B19-8300-D448-970E-63448C953011}" destId="{0F7F6C11-72F3-EE40-839C-22F59868A4C8}" srcOrd="0" destOrd="0" presId="urn:microsoft.com/office/officeart/2008/layout/HorizontalMultiLevelHierarchy"/>
    <dgm:cxn modelId="{39BBABB8-00DB-2F44-8A0B-1EAB107DE6AD}" srcId="{EC0375BF-8F40-AD4A-AE2B-B69CB00AAB0E}" destId="{48361EF5-4671-B940-8F80-A91A9B3791E8}" srcOrd="0" destOrd="0" parTransId="{9966EAA5-5255-C049-AE4C-99D5E1406D0B}" sibTransId="{7E9EEF6D-CCC9-1142-B219-BE0B671BBDAE}"/>
    <dgm:cxn modelId="{C7ADFABB-9664-9345-AFDD-331B8FD253E2}" type="presOf" srcId="{5FADCCF9-EE34-164C-A545-89EFADBE034A}" destId="{24A93EFA-2091-6246-84DB-F0B6A5D82B20}" srcOrd="0" destOrd="0" presId="urn:microsoft.com/office/officeart/2008/layout/HorizontalMultiLevelHierarchy"/>
    <dgm:cxn modelId="{649CF4C4-06FF-514F-93A4-B1C88F0CEF31}" type="presOf" srcId="{8827CE18-3A23-2040-AC8A-04B542B12216}" destId="{08F29B7B-FE27-0841-AC51-16DE7D726421}" srcOrd="0" destOrd="0" presId="urn:microsoft.com/office/officeart/2008/layout/HorizontalMultiLevelHierarchy"/>
    <dgm:cxn modelId="{4237D5C5-9128-8A4A-8F12-B6DF2C94B1F2}" srcId="{A78CC315-D0B6-A545-8C88-1787318AE8CE}" destId="{FD483437-EECA-2C48-8B7F-CF032CE9A1CF}" srcOrd="1" destOrd="0" parTransId="{CDAF50E0-3C9C-7C44-BAC3-0814CEBD7842}" sibTransId="{5DFD88AE-4E7B-B749-AA89-2C00F127E5C1}"/>
    <dgm:cxn modelId="{678B12C7-4CD2-4344-8725-061134A6C7F0}" type="presOf" srcId="{723330A0-EBC3-D442-847D-AD122779BEB8}" destId="{D71C3B3E-7A24-564C-87B2-A68960BC3847}" srcOrd="0" destOrd="0" presId="urn:microsoft.com/office/officeart/2008/layout/HorizontalMultiLevelHierarchy"/>
    <dgm:cxn modelId="{F0CF0BD3-6602-704D-BF7F-AB8304346186}" type="presOf" srcId="{323AE8FD-89B3-494C-AAD5-2E5E39424B90}" destId="{8F45069C-83AF-BF4D-B0BB-61D4D200E665}" srcOrd="0" destOrd="0" presId="urn:microsoft.com/office/officeart/2008/layout/HorizontalMultiLevelHierarchy"/>
    <dgm:cxn modelId="{8A82E1D6-58A7-FD4D-BAFF-0565268266B5}" srcId="{1EC73B71-AF11-034B-BB19-FF57870C2C44}" destId="{FD59EDE6-C5A2-8143-92C0-5BE235483583}" srcOrd="0" destOrd="0" parTransId="{981829C9-94F9-7B4F-948C-5D82DD7223AF}" sibTransId="{7F3997EF-1F62-424F-B9D9-B93739B4D786}"/>
    <dgm:cxn modelId="{368347D9-56D6-FE49-ACB4-BA66AF268107}" type="presOf" srcId="{A78CC315-D0B6-A545-8C88-1787318AE8CE}" destId="{A564D956-CA21-0345-AC35-E07FC12F984F}" srcOrd="0" destOrd="0" presId="urn:microsoft.com/office/officeart/2008/layout/HorizontalMultiLevelHierarchy"/>
    <dgm:cxn modelId="{D2613EDC-40FB-7B48-ABDE-C987F1AC666D}" srcId="{8827CE18-3A23-2040-AC8A-04B542B12216}" destId="{A78CC315-D0B6-A545-8C88-1787318AE8CE}" srcOrd="0" destOrd="0" parTransId="{6F75A611-3934-694A-AE0C-C6EB8D5355B2}" sibTransId="{AE47B4B3-F0FB-2142-88FD-0E9140F07F1B}"/>
    <dgm:cxn modelId="{7626B6E1-1528-F946-8056-FF2DD91C14A9}" type="presOf" srcId="{7CD7CDA8-12FE-BA46-8883-630E9F0D12BD}" destId="{5BCC1333-CE83-2340-8026-BED1F9552314}" srcOrd="1" destOrd="0" presId="urn:microsoft.com/office/officeart/2008/layout/HorizontalMultiLevelHierarchy"/>
    <dgm:cxn modelId="{CB52ECE2-8C71-1A46-AA6B-DA2AD3746336}" type="presOf" srcId="{D0107942-A874-724C-BB47-2D23E39A6181}" destId="{F19F4FBB-7139-3344-A4D5-666706D1779C}" srcOrd="0" destOrd="0" presId="urn:microsoft.com/office/officeart/2008/layout/HorizontalMultiLevelHierarchy"/>
    <dgm:cxn modelId="{BA9B3CE3-3522-8B42-953B-5F21269DFC86}" type="presOf" srcId="{9966EAA5-5255-C049-AE4C-99D5E1406D0B}" destId="{49093BFC-D690-044B-BE5F-3B4136DC6DF1}" srcOrd="1" destOrd="0" presId="urn:microsoft.com/office/officeart/2008/layout/HorizontalMultiLevelHierarchy"/>
    <dgm:cxn modelId="{C78947E3-7968-F740-9702-13B0556EE280}" type="presOf" srcId="{723330A0-EBC3-D442-847D-AD122779BEB8}" destId="{6D33926D-EED3-DF46-927F-7A0A03B7F563}" srcOrd="1" destOrd="0" presId="urn:microsoft.com/office/officeart/2008/layout/HorizontalMultiLevelHierarchy"/>
    <dgm:cxn modelId="{D05EFAE3-D995-8F4B-9612-284B4CAD6E3F}" srcId="{A78CC315-D0B6-A545-8C88-1787318AE8CE}" destId="{12EAB764-FE1D-F047-9A81-27C463D65312}" srcOrd="5" destOrd="0" parTransId="{373FE1B6-BF84-A740-A737-448ABC01A2AA}" sibTransId="{4760B739-F004-8C4D-8BF1-E20410A05F49}"/>
    <dgm:cxn modelId="{A1988EE5-AD4D-F24A-8624-A45CA8E15523}" type="presOf" srcId="{6517652E-71AE-9845-A1F7-5B0DACCECE7C}" destId="{B8926198-A600-1846-8B62-4903F997848A}" srcOrd="0" destOrd="0" presId="urn:microsoft.com/office/officeart/2008/layout/HorizontalMultiLevelHierarchy"/>
    <dgm:cxn modelId="{B48CE5EC-1E80-D741-BBAC-8AA3F60084D0}" type="presOf" srcId="{97D24932-C5E7-C542-AA3A-5417B565BBA5}" destId="{4BB4948C-5A27-1149-A188-FC6941AF0F37}" srcOrd="0" destOrd="0" presId="urn:microsoft.com/office/officeart/2008/layout/HorizontalMultiLevelHierarchy"/>
    <dgm:cxn modelId="{585F1FEE-9418-5B4F-B4D8-568677D6FDB3}" type="presOf" srcId="{9471CD7C-D8FD-CA4A-A6AC-AA5B6827D078}" destId="{8AC6F827-B5C9-324C-A130-77130B7A3BBE}" srcOrd="1" destOrd="0" presId="urn:microsoft.com/office/officeart/2008/layout/HorizontalMultiLevelHierarchy"/>
    <dgm:cxn modelId="{9596CBF0-C4F7-5746-A673-B8E0132EA287}" type="presOf" srcId="{79128397-EE17-6C4C-95EE-D6F65CE2C8B7}" destId="{F53DC611-327E-5E46-A5AC-5A75D73DC182}" srcOrd="1" destOrd="0" presId="urn:microsoft.com/office/officeart/2008/layout/HorizontalMultiLevelHierarchy"/>
    <dgm:cxn modelId="{1F5612F4-B2DC-524D-8D1E-E926947C4371}" type="presOf" srcId="{F725A49B-E6D0-7B45-A935-794CD0FD72B6}" destId="{92581162-A142-EE49-A880-026DD04C2FB3}" srcOrd="0" destOrd="0" presId="urn:microsoft.com/office/officeart/2008/layout/HorizontalMultiLevelHierarchy"/>
    <dgm:cxn modelId="{9C4BC4F7-7564-DA45-974C-6B4065C58280}" type="presOf" srcId="{764E38B1-E589-BA44-BF07-E03BE6B691EE}" destId="{0DE7B41B-E229-FF43-9E93-A4FEA0BA76F1}" srcOrd="0" destOrd="0" presId="urn:microsoft.com/office/officeart/2008/layout/HorizontalMultiLevelHierarchy"/>
    <dgm:cxn modelId="{B2DBB2F9-4AAC-EC44-B89F-20E54D9616BE}" type="presOf" srcId="{FD483437-EECA-2C48-8B7F-CF032CE9A1CF}" destId="{16860075-F7A7-CE45-9639-3D34B7AFAE8D}" srcOrd="0" destOrd="0" presId="urn:microsoft.com/office/officeart/2008/layout/HorizontalMultiLevelHierarchy"/>
    <dgm:cxn modelId="{634434FC-E61E-5C47-9EED-A6111990BBC3}" srcId="{4A050D9D-40CE-A841-81EA-223A7F977F9D}" destId="{6CD70B19-8300-D448-970E-63448C953011}" srcOrd="0" destOrd="0" parTransId="{97D24932-C5E7-C542-AA3A-5417B565BBA5}" sibTransId="{A054701B-A4FC-0A41-8EAF-75E07A5E6BC5}"/>
    <dgm:cxn modelId="{5F2DB8FC-6FFD-464B-8F14-AFEAA56A9BC5}" type="presOf" srcId="{F00C6969-8518-0943-95A0-48F5C16CF853}" destId="{8DF1CC0A-43D3-A84A-B2ED-C5324362DD90}" srcOrd="1" destOrd="0" presId="urn:microsoft.com/office/officeart/2008/layout/HorizontalMultiLevelHierarchy"/>
    <dgm:cxn modelId="{A6B34713-B5C5-9149-9A77-C53528B102EB}" type="presParOf" srcId="{08F29B7B-FE27-0841-AC51-16DE7D726421}" destId="{4E5B0B90-40AE-0844-A565-C074452174BB}" srcOrd="0" destOrd="0" presId="urn:microsoft.com/office/officeart/2008/layout/HorizontalMultiLevelHierarchy"/>
    <dgm:cxn modelId="{53B8066D-940D-7C45-8888-F1DE9417AA3B}" type="presParOf" srcId="{4E5B0B90-40AE-0844-A565-C074452174BB}" destId="{A564D956-CA21-0345-AC35-E07FC12F984F}" srcOrd="0" destOrd="0" presId="urn:microsoft.com/office/officeart/2008/layout/HorizontalMultiLevelHierarchy"/>
    <dgm:cxn modelId="{2895CF42-878A-964A-B383-13EE964FA0D7}" type="presParOf" srcId="{4E5B0B90-40AE-0844-A565-C074452174BB}" destId="{B7F4E59B-FD51-E843-A595-8803F46F91D4}" srcOrd="1" destOrd="0" presId="urn:microsoft.com/office/officeart/2008/layout/HorizontalMultiLevelHierarchy"/>
    <dgm:cxn modelId="{6EE9AA0F-8953-034D-A518-076A2019C353}" type="presParOf" srcId="{B7F4E59B-FD51-E843-A595-8803F46F91D4}" destId="{9F361AF5-2D13-2340-A40F-960A6FDAC804}" srcOrd="0" destOrd="0" presId="urn:microsoft.com/office/officeart/2008/layout/HorizontalMultiLevelHierarchy"/>
    <dgm:cxn modelId="{944E8FDC-95FB-B14D-92C8-B8E777DB60A7}" type="presParOf" srcId="{9F361AF5-2D13-2340-A40F-960A6FDAC804}" destId="{8DF1CC0A-43D3-A84A-B2ED-C5324362DD90}" srcOrd="0" destOrd="0" presId="urn:microsoft.com/office/officeart/2008/layout/HorizontalMultiLevelHierarchy"/>
    <dgm:cxn modelId="{13E6CE43-ADA0-224E-B71A-3099DE8911F5}" type="presParOf" srcId="{B7F4E59B-FD51-E843-A595-8803F46F91D4}" destId="{D4E65FD5-0B46-2746-A49D-96D1BD98084C}" srcOrd="1" destOrd="0" presId="urn:microsoft.com/office/officeart/2008/layout/HorizontalMultiLevelHierarchy"/>
    <dgm:cxn modelId="{99871855-51BA-6944-929D-63BC9255D9E5}" type="presParOf" srcId="{D4E65FD5-0B46-2746-A49D-96D1BD98084C}" destId="{FA5933FB-57ED-6643-9CDF-9582BF363E5C}" srcOrd="0" destOrd="0" presId="urn:microsoft.com/office/officeart/2008/layout/HorizontalMultiLevelHierarchy"/>
    <dgm:cxn modelId="{40CFA938-DA61-5E4C-8928-31130A7734BD}" type="presParOf" srcId="{D4E65FD5-0B46-2746-A49D-96D1BD98084C}" destId="{26CA83B1-FAEE-2049-BF17-12C03DA7E01E}" srcOrd="1" destOrd="0" presId="urn:microsoft.com/office/officeart/2008/layout/HorizontalMultiLevelHierarchy"/>
    <dgm:cxn modelId="{6C4C30F3-39F9-A047-BDB0-77874AA546DB}" type="presParOf" srcId="{26CA83B1-FAEE-2049-BF17-12C03DA7E01E}" destId="{3574AC01-5F84-5D48-835D-161B5A53191C}" srcOrd="0" destOrd="0" presId="urn:microsoft.com/office/officeart/2008/layout/HorizontalMultiLevelHierarchy"/>
    <dgm:cxn modelId="{932A49B0-1286-3140-9230-407358F8617F}" type="presParOf" srcId="{3574AC01-5F84-5D48-835D-161B5A53191C}" destId="{49093BFC-D690-044B-BE5F-3B4136DC6DF1}" srcOrd="0" destOrd="0" presId="urn:microsoft.com/office/officeart/2008/layout/HorizontalMultiLevelHierarchy"/>
    <dgm:cxn modelId="{18D620BC-83D6-264F-B30E-EC807BCB6D53}" type="presParOf" srcId="{26CA83B1-FAEE-2049-BF17-12C03DA7E01E}" destId="{BEA93327-03AD-CC4C-A78A-EB627C31DA09}" srcOrd="1" destOrd="0" presId="urn:microsoft.com/office/officeart/2008/layout/HorizontalMultiLevelHierarchy"/>
    <dgm:cxn modelId="{E892F4D5-251B-D34C-B468-CA559970C112}" type="presParOf" srcId="{BEA93327-03AD-CC4C-A78A-EB627C31DA09}" destId="{73BC6A3D-C455-4C44-AA56-0547151B4E31}" srcOrd="0" destOrd="0" presId="urn:microsoft.com/office/officeart/2008/layout/HorizontalMultiLevelHierarchy"/>
    <dgm:cxn modelId="{58227E3A-9D04-2844-96EE-7956052DDC4E}" type="presParOf" srcId="{BEA93327-03AD-CC4C-A78A-EB627C31DA09}" destId="{C3152062-2ED7-2C42-ABB2-4E53E2D8E9E4}" srcOrd="1" destOrd="0" presId="urn:microsoft.com/office/officeart/2008/layout/HorizontalMultiLevelHierarchy"/>
    <dgm:cxn modelId="{381C3169-2491-CB4C-ADC0-F3E8E43E71EE}" type="presParOf" srcId="{26CA83B1-FAEE-2049-BF17-12C03DA7E01E}" destId="{BE4FD910-700B-0E4F-8825-CEC9AD756DB7}" srcOrd="2" destOrd="0" presId="urn:microsoft.com/office/officeart/2008/layout/HorizontalMultiLevelHierarchy"/>
    <dgm:cxn modelId="{4B4A3711-BA7C-E447-961E-C594B46B0ED7}" type="presParOf" srcId="{BE4FD910-700B-0E4F-8825-CEC9AD756DB7}" destId="{A50C95BD-CA0C-A54B-BB9A-17F23AB328F1}" srcOrd="0" destOrd="0" presId="urn:microsoft.com/office/officeart/2008/layout/HorizontalMultiLevelHierarchy"/>
    <dgm:cxn modelId="{1EC33F72-F865-874B-8A7F-0BA28BAB58B8}" type="presParOf" srcId="{26CA83B1-FAEE-2049-BF17-12C03DA7E01E}" destId="{5316351A-1627-EE45-B007-6F0EB1AFFCB9}" srcOrd="3" destOrd="0" presId="urn:microsoft.com/office/officeart/2008/layout/HorizontalMultiLevelHierarchy"/>
    <dgm:cxn modelId="{FFCAD81B-4F91-FF4F-82D9-81AF337DCDA2}" type="presParOf" srcId="{5316351A-1627-EE45-B007-6F0EB1AFFCB9}" destId="{4F20C035-B0E0-9542-8C8D-D995D4F5C23D}" srcOrd="0" destOrd="0" presId="urn:microsoft.com/office/officeart/2008/layout/HorizontalMultiLevelHierarchy"/>
    <dgm:cxn modelId="{DBDC2704-CD96-CA42-9628-41C040BE3796}" type="presParOf" srcId="{5316351A-1627-EE45-B007-6F0EB1AFFCB9}" destId="{913B4525-F8A2-F940-9A17-CB932E570DA7}" srcOrd="1" destOrd="0" presId="urn:microsoft.com/office/officeart/2008/layout/HorizontalMultiLevelHierarchy"/>
    <dgm:cxn modelId="{640EA074-8904-D54A-9C31-1B0128E07281}" type="presParOf" srcId="{B7F4E59B-FD51-E843-A595-8803F46F91D4}" destId="{21A82980-AABF-024D-AC86-EF2C68D44AFE}" srcOrd="2" destOrd="0" presId="urn:microsoft.com/office/officeart/2008/layout/HorizontalMultiLevelHierarchy"/>
    <dgm:cxn modelId="{6DFBFEB4-637B-3A48-B58C-545DFCA3C3B7}" type="presParOf" srcId="{21A82980-AABF-024D-AC86-EF2C68D44AFE}" destId="{11A92D2F-BD66-414B-8EBD-2412D8E01765}" srcOrd="0" destOrd="0" presId="urn:microsoft.com/office/officeart/2008/layout/HorizontalMultiLevelHierarchy"/>
    <dgm:cxn modelId="{25B95B3D-CDBE-D842-91BA-7BA3E0CE7DBA}" type="presParOf" srcId="{B7F4E59B-FD51-E843-A595-8803F46F91D4}" destId="{E025B8CF-1623-814C-A096-28F7C7228E66}" srcOrd="3" destOrd="0" presId="urn:microsoft.com/office/officeart/2008/layout/HorizontalMultiLevelHierarchy"/>
    <dgm:cxn modelId="{331EB673-2B99-4D4C-A7E8-644415334FCC}" type="presParOf" srcId="{E025B8CF-1623-814C-A096-28F7C7228E66}" destId="{16860075-F7A7-CE45-9639-3D34B7AFAE8D}" srcOrd="0" destOrd="0" presId="urn:microsoft.com/office/officeart/2008/layout/HorizontalMultiLevelHierarchy"/>
    <dgm:cxn modelId="{2B3661A6-1297-CD45-BF34-FC486C2F6B27}" type="presParOf" srcId="{E025B8CF-1623-814C-A096-28F7C7228E66}" destId="{D310B57B-1005-1446-9964-FA798686E085}" srcOrd="1" destOrd="0" presId="urn:microsoft.com/office/officeart/2008/layout/HorizontalMultiLevelHierarchy"/>
    <dgm:cxn modelId="{A091CFEE-F4E0-0F42-89B0-5E8722900CAD}" type="presParOf" srcId="{B7F4E59B-FD51-E843-A595-8803F46F91D4}" destId="{AD423102-A7A7-F542-B528-C134DF96460E}" srcOrd="4" destOrd="0" presId="urn:microsoft.com/office/officeart/2008/layout/HorizontalMultiLevelHierarchy"/>
    <dgm:cxn modelId="{9AA1574D-95A5-D54C-B203-70631F19A172}" type="presParOf" srcId="{AD423102-A7A7-F542-B528-C134DF96460E}" destId="{F53DC611-327E-5E46-A5AC-5A75D73DC182}" srcOrd="0" destOrd="0" presId="urn:microsoft.com/office/officeart/2008/layout/HorizontalMultiLevelHierarchy"/>
    <dgm:cxn modelId="{30D2C86D-21B6-8C4A-BB47-90A9AFBF1E72}" type="presParOf" srcId="{B7F4E59B-FD51-E843-A595-8803F46F91D4}" destId="{939A13B1-80EF-C94A-8E48-FF6B35FD2779}" srcOrd="5" destOrd="0" presId="urn:microsoft.com/office/officeart/2008/layout/HorizontalMultiLevelHierarchy"/>
    <dgm:cxn modelId="{514355C6-197A-7E4E-B950-84001C7159A8}" type="presParOf" srcId="{939A13B1-80EF-C94A-8E48-FF6B35FD2779}" destId="{823C4A3C-3323-E64B-BEE7-721F80271C1D}" srcOrd="0" destOrd="0" presId="urn:microsoft.com/office/officeart/2008/layout/HorizontalMultiLevelHierarchy"/>
    <dgm:cxn modelId="{86177798-4528-974B-B11C-435C743A4226}" type="presParOf" srcId="{939A13B1-80EF-C94A-8E48-FF6B35FD2779}" destId="{BE3B59CC-DFAC-9448-9FC7-340C0CD0AEF1}" srcOrd="1" destOrd="0" presId="urn:microsoft.com/office/officeart/2008/layout/HorizontalMultiLevelHierarchy"/>
    <dgm:cxn modelId="{BC79E1AC-C5A5-8640-BD86-2481F97C78A8}" type="presParOf" srcId="{B7F4E59B-FD51-E843-A595-8803F46F91D4}" destId="{71FCE1B8-CB1A-6249-A827-6617C0C7F840}" srcOrd="6" destOrd="0" presId="urn:microsoft.com/office/officeart/2008/layout/HorizontalMultiLevelHierarchy"/>
    <dgm:cxn modelId="{2382BC48-EFBA-8D43-B3EB-2EA46F970F39}" type="presParOf" srcId="{71FCE1B8-CB1A-6249-A827-6617C0C7F840}" destId="{5BCC1333-CE83-2340-8026-BED1F9552314}" srcOrd="0" destOrd="0" presId="urn:microsoft.com/office/officeart/2008/layout/HorizontalMultiLevelHierarchy"/>
    <dgm:cxn modelId="{96D90D41-C207-6647-B7D6-80E7202C8A80}" type="presParOf" srcId="{B7F4E59B-FD51-E843-A595-8803F46F91D4}" destId="{4F2B6F1E-2F4C-A649-803A-F33F88E725C5}" srcOrd="7" destOrd="0" presId="urn:microsoft.com/office/officeart/2008/layout/HorizontalMultiLevelHierarchy"/>
    <dgm:cxn modelId="{8341D0B3-09B7-834C-A6DD-A6E168D5BBB7}" type="presParOf" srcId="{4F2B6F1E-2F4C-A649-803A-F33F88E725C5}" destId="{12491220-3066-804B-8988-FB30C17CEEF8}" srcOrd="0" destOrd="0" presId="urn:microsoft.com/office/officeart/2008/layout/HorizontalMultiLevelHierarchy"/>
    <dgm:cxn modelId="{DF341212-A1B0-DD46-86DE-B22B9F3F7553}" type="presParOf" srcId="{4F2B6F1E-2F4C-A649-803A-F33F88E725C5}" destId="{B9378CA5-9192-7D41-A13B-691B373EC9D4}" srcOrd="1" destOrd="0" presId="urn:microsoft.com/office/officeart/2008/layout/HorizontalMultiLevelHierarchy"/>
    <dgm:cxn modelId="{B26AAB56-EB4E-E24F-82D4-D9E5B60C6001}" type="presParOf" srcId="{B9378CA5-9192-7D41-A13B-691B373EC9D4}" destId="{A33BA428-394B-604E-90B6-26F883E5FA80}" srcOrd="0" destOrd="0" presId="urn:microsoft.com/office/officeart/2008/layout/HorizontalMultiLevelHierarchy"/>
    <dgm:cxn modelId="{E33ED049-38F7-0C4D-BD0D-F091B2760CFA}" type="presParOf" srcId="{A33BA428-394B-604E-90B6-26F883E5FA80}" destId="{C60370CB-480A-EF4E-B521-C53C8C197360}" srcOrd="0" destOrd="0" presId="urn:microsoft.com/office/officeart/2008/layout/HorizontalMultiLevelHierarchy"/>
    <dgm:cxn modelId="{1B735E81-D2A1-BE4A-B9B2-A7A65425322A}" type="presParOf" srcId="{B9378CA5-9192-7D41-A13B-691B373EC9D4}" destId="{5F103C98-F71C-A54C-A2C6-BB6FB98E4CC4}" srcOrd="1" destOrd="0" presId="urn:microsoft.com/office/officeart/2008/layout/HorizontalMultiLevelHierarchy"/>
    <dgm:cxn modelId="{F424D230-2756-0744-9F9B-A2A570E4A33B}" type="presParOf" srcId="{5F103C98-F71C-A54C-A2C6-BB6FB98E4CC4}" destId="{2DB7F016-B818-224A-A420-E2D5974EE4D4}" srcOrd="0" destOrd="0" presId="urn:microsoft.com/office/officeart/2008/layout/HorizontalMultiLevelHierarchy"/>
    <dgm:cxn modelId="{531EED3E-3A49-C54D-B092-51A442565F36}" type="presParOf" srcId="{5F103C98-F71C-A54C-A2C6-BB6FB98E4CC4}" destId="{DAE0D322-2A87-7641-9D92-6BD863F3932C}" srcOrd="1" destOrd="0" presId="urn:microsoft.com/office/officeart/2008/layout/HorizontalMultiLevelHierarchy"/>
    <dgm:cxn modelId="{309BF549-BC32-A141-9BD6-0BA60253EA55}" type="presParOf" srcId="{DAE0D322-2A87-7641-9D92-6BD863F3932C}" destId="{D71C3B3E-7A24-564C-87B2-A68960BC3847}" srcOrd="0" destOrd="0" presId="urn:microsoft.com/office/officeart/2008/layout/HorizontalMultiLevelHierarchy"/>
    <dgm:cxn modelId="{83BBBA72-EB95-4945-B4E9-A27D13CE84B8}" type="presParOf" srcId="{D71C3B3E-7A24-564C-87B2-A68960BC3847}" destId="{6D33926D-EED3-DF46-927F-7A0A03B7F563}" srcOrd="0" destOrd="0" presId="urn:microsoft.com/office/officeart/2008/layout/HorizontalMultiLevelHierarchy"/>
    <dgm:cxn modelId="{6BAB2F14-7F3A-1B48-8079-13B344210A37}" type="presParOf" srcId="{DAE0D322-2A87-7641-9D92-6BD863F3932C}" destId="{E86695F4-6636-6942-99DA-DCF242D78143}" srcOrd="1" destOrd="0" presId="urn:microsoft.com/office/officeart/2008/layout/HorizontalMultiLevelHierarchy"/>
    <dgm:cxn modelId="{F7313E95-38DF-0A45-BD46-6D7F6A5DCA9E}" type="presParOf" srcId="{E86695F4-6636-6942-99DA-DCF242D78143}" destId="{D596AF2A-3EF2-3F42-8CC6-6F4D70E7D386}" srcOrd="0" destOrd="0" presId="urn:microsoft.com/office/officeart/2008/layout/HorizontalMultiLevelHierarchy"/>
    <dgm:cxn modelId="{4A1CC36A-8C88-DC45-A8E4-E84640D68B74}" type="presParOf" srcId="{E86695F4-6636-6942-99DA-DCF242D78143}" destId="{E8EC8D51-C44B-D343-9038-D871E8A194DF}" srcOrd="1" destOrd="0" presId="urn:microsoft.com/office/officeart/2008/layout/HorizontalMultiLevelHierarchy"/>
    <dgm:cxn modelId="{B2AC7F79-A5B3-6C41-9C3B-5D6B5B059E43}" type="presParOf" srcId="{E8EC8D51-C44B-D343-9038-D871E8A194DF}" destId="{92581162-A142-EE49-A880-026DD04C2FB3}" srcOrd="0" destOrd="0" presId="urn:microsoft.com/office/officeart/2008/layout/HorizontalMultiLevelHierarchy"/>
    <dgm:cxn modelId="{08BC1B31-90B3-BD4D-BE2B-8E97899490EF}" type="presParOf" srcId="{92581162-A142-EE49-A880-026DD04C2FB3}" destId="{6071D057-7AAD-F04C-946C-E3CC41F587D8}" srcOrd="0" destOrd="0" presId="urn:microsoft.com/office/officeart/2008/layout/HorizontalMultiLevelHierarchy"/>
    <dgm:cxn modelId="{CD013E23-9039-854E-82FE-216DBD8768AA}" type="presParOf" srcId="{E8EC8D51-C44B-D343-9038-D871E8A194DF}" destId="{29D18BE9-045B-724E-9367-B7140E9E0107}" srcOrd="1" destOrd="0" presId="urn:microsoft.com/office/officeart/2008/layout/HorizontalMultiLevelHierarchy"/>
    <dgm:cxn modelId="{E89A3006-DF80-934C-9EE4-85F605BD0559}" type="presParOf" srcId="{29D18BE9-045B-724E-9367-B7140E9E0107}" destId="{F19F4FBB-7139-3344-A4D5-666706D1779C}" srcOrd="0" destOrd="0" presId="urn:microsoft.com/office/officeart/2008/layout/HorizontalMultiLevelHierarchy"/>
    <dgm:cxn modelId="{90AA80BA-CEC6-924F-8ED9-F0A67280F87E}" type="presParOf" srcId="{29D18BE9-045B-724E-9367-B7140E9E0107}" destId="{3D2E0FAA-A9F3-C147-9E20-3334EE0AE389}" srcOrd="1" destOrd="0" presId="urn:microsoft.com/office/officeart/2008/layout/HorizontalMultiLevelHierarchy"/>
    <dgm:cxn modelId="{91128887-6A4D-1343-BDC4-D7754FD864D8}" type="presParOf" srcId="{E8EC8D51-C44B-D343-9038-D871E8A194DF}" destId="{35BE73E4-CA0E-854A-8D67-82ECD3E1163F}" srcOrd="2" destOrd="0" presId="urn:microsoft.com/office/officeart/2008/layout/HorizontalMultiLevelHierarchy"/>
    <dgm:cxn modelId="{6CB513BA-2CA8-8B45-9A17-DD3265AD31E6}" type="presParOf" srcId="{35BE73E4-CA0E-854A-8D67-82ECD3E1163F}" destId="{C077EE9C-A2BB-FA4E-86A7-7EBE1271A79D}" srcOrd="0" destOrd="0" presId="urn:microsoft.com/office/officeart/2008/layout/HorizontalMultiLevelHierarchy"/>
    <dgm:cxn modelId="{C03CD97A-FA91-7540-A884-46719D58B883}" type="presParOf" srcId="{E8EC8D51-C44B-D343-9038-D871E8A194DF}" destId="{FAF0A4BA-3A2B-E040-AA1D-62A5897C734C}" srcOrd="3" destOrd="0" presId="urn:microsoft.com/office/officeart/2008/layout/HorizontalMultiLevelHierarchy"/>
    <dgm:cxn modelId="{23AC92A3-015D-2F47-9740-7C1452DB3B01}" type="presParOf" srcId="{FAF0A4BA-3A2B-E040-AA1D-62A5897C734C}" destId="{8F45069C-83AF-BF4D-B0BB-61D4D200E665}" srcOrd="0" destOrd="0" presId="urn:microsoft.com/office/officeart/2008/layout/HorizontalMultiLevelHierarchy"/>
    <dgm:cxn modelId="{A2629031-6759-324F-ACB8-D88AFA13B755}" type="presParOf" srcId="{FAF0A4BA-3A2B-E040-AA1D-62A5897C734C}" destId="{E0F7A618-F359-F64A-9148-0C376F570382}" srcOrd="1" destOrd="0" presId="urn:microsoft.com/office/officeart/2008/layout/HorizontalMultiLevelHierarchy"/>
    <dgm:cxn modelId="{8F6580B1-A822-5D45-B4A6-79E5AEA51C0C}" type="presParOf" srcId="{B9378CA5-9192-7D41-A13B-691B373EC9D4}" destId="{B8926198-A600-1846-8B62-4903F997848A}" srcOrd="2" destOrd="0" presId="urn:microsoft.com/office/officeart/2008/layout/HorizontalMultiLevelHierarchy"/>
    <dgm:cxn modelId="{E4DB0343-D04D-3247-9697-293EB948E7F0}" type="presParOf" srcId="{B8926198-A600-1846-8B62-4903F997848A}" destId="{E2EA5D5E-E442-294D-AC28-B5892A37CA4E}" srcOrd="0" destOrd="0" presId="urn:microsoft.com/office/officeart/2008/layout/HorizontalMultiLevelHierarchy"/>
    <dgm:cxn modelId="{A93689A5-8C31-924D-AE56-F11E8F7FF955}" type="presParOf" srcId="{B9378CA5-9192-7D41-A13B-691B373EC9D4}" destId="{EC52FAF1-DF79-D245-A195-1CEAE9DDB599}" srcOrd="3" destOrd="0" presId="urn:microsoft.com/office/officeart/2008/layout/HorizontalMultiLevelHierarchy"/>
    <dgm:cxn modelId="{3EE79BE6-22C7-DB44-86FD-29F25EDD4339}" type="presParOf" srcId="{EC52FAF1-DF79-D245-A195-1CEAE9DDB599}" destId="{A4361D02-BA3D-9349-8514-56F3252A0D0C}" srcOrd="0" destOrd="0" presId="urn:microsoft.com/office/officeart/2008/layout/HorizontalMultiLevelHierarchy"/>
    <dgm:cxn modelId="{9239847C-15B7-4C44-BC9A-640032AC2356}" type="presParOf" srcId="{EC52FAF1-DF79-D245-A195-1CEAE9DDB599}" destId="{49F4A8C0-79E2-994D-B1E2-4C688CF7C433}" srcOrd="1" destOrd="0" presId="urn:microsoft.com/office/officeart/2008/layout/HorizontalMultiLevelHierarchy"/>
    <dgm:cxn modelId="{1C376C8C-57C8-6D42-A9CE-E1F4133F377A}" type="presParOf" srcId="{49F4A8C0-79E2-994D-B1E2-4C688CF7C433}" destId="{84D67AE3-C3A8-BD41-AE02-E95CC06C1CD5}" srcOrd="0" destOrd="0" presId="urn:microsoft.com/office/officeart/2008/layout/HorizontalMultiLevelHierarchy"/>
    <dgm:cxn modelId="{9AE9ABDC-502B-A84E-9425-AC6F01A787CA}" type="presParOf" srcId="{84D67AE3-C3A8-BD41-AE02-E95CC06C1CD5}" destId="{8AC6F827-B5C9-324C-A130-77130B7A3BBE}" srcOrd="0" destOrd="0" presId="urn:microsoft.com/office/officeart/2008/layout/HorizontalMultiLevelHierarchy"/>
    <dgm:cxn modelId="{EEC3CBE0-BDF8-664F-B15E-E77DACB51F05}" type="presParOf" srcId="{49F4A8C0-79E2-994D-B1E2-4C688CF7C433}" destId="{69DE6869-1D11-3B4B-98C1-D255C9A4FE88}" srcOrd="1" destOrd="0" presId="urn:microsoft.com/office/officeart/2008/layout/HorizontalMultiLevelHierarchy"/>
    <dgm:cxn modelId="{7741A2D4-2AFD-974D-8A8D-9FC486C3CFEE}" type="presParOf" srcId="{69DE6869-1D11-3B4B-98C1-D255C9A4FE88}" destId="{BEBA753B-EBD7-6A40-A54E-865D11FE9C44}" srcOrd="0" destOrd="0" presId="urn:microsoft.com/office/officeart/2008/layout/HorizontalMultiLevelHierarchy"/>
    <dgm:cxn modelId="{710053FB-F14F-514E-8ACE-E3FB077D0E25}" type="presParOf" srcId="{69DE6869-1D11-3B4B-98C1-D255C9A4FE88}" destId="{98CA1B53-13BC-1149-B1F9-C26B3F117E77}" srcOrd="1" destOrd="0" presId="urn:microsoft.com/office/officeart/2008/layout/HorizontalMultiLevelHierarchy"/>
    <dgm:cxn modelId="{A7139ED4-C5EF-7F41-B8AE-014A50E23552}" type="presParOf" srcId="{B7F4E59B-FD51-E843-A595-8803F46F91D4}" destId="{0511D343-6CEB-2942-AD87-61296962961A}" srcOrd="8" destOrd="0" presId="urn:microsoft.com/office/officeart/2008/layout/HorizontalMultiLevelHierarchy"/>
    <dgm:cxn modelId="{482260C0-67BC-F644-93D9-C93F0A061C12}" type="presParOf" srcId="{0511D343-6CEB-2942-AD87-61296962961A}" destId="{765FF19B-1BE4-4F42-A84C-17AF5E428841}" srcOrd="0" destOrd="0" presId="urn:microsoft.com/office/officeart/2008/layout/HorizontalMultiLevelHierarchy"/>
    <dgm:cxn modelId="{36736570-3407-2B4B-A5AD-1BC4597AC6CE}" type="presParOf" srcId="{B7F4E59B-FD51-E843-A595-8803F46F91D4}" destId="{3A06C1CB-0C94-F245-B75C-4B0D4EC53A67}" srcOrd="9" destOrd="0" presId="urn:microsoft.com/office/officeart/2008/layout/HorizontalMultiLevelHierarchy"/>
    <dgm:cxn modelId="{1641F7B4-5433-2241-9533-3EFAEEB55D08}" type="presParOf" srcId="{3A06C1CB-0C94-F245-B75C-4B0D4EC53A67}" destId="{C850C5D5-89EE-4941-9742-7A3A9C5DF19E}" srcOrd="0" destOrd="0" presId="urn:microsoft.com/office/officeart/2008/layout/HorizontalMultiLevelHierarchy"/>
    <dgm:cxn modelId="{F11C1A23-9F39-4846-9F46-45FB84F13CF1}" type="presParOf" srcId="{3A06C1CB-0C94-F245-B75C-4B0D4EC53A67}" destId="{9C082E0E-C652-7D40-8A67-01F4A6137CC5}" srcOrd="1" destOrd="0" presId="urn:microsoft.com/office/officeart/2008/layout/HorizontalMultiLevelHierarchy"/>
    <dgm:cxn modelId="{4FEB5970-D5D4-9940-A21E-FCDDA523B82E}" type="presParOf" srcId="{B7F4E59B-FD51-E843-A595-8803F46F91D4}" destId="{BA1D96F1-0C11-734A-BEAF-D12689251123}" srcOrd="10" destOrd="0" presId="urn:microsoft.com/office/officeart/2008/layout/HorizontalMultiLevelHierarchy"/>
    <dgm:cxn modelId="{5927429A-712B-6942-B88B-287EC51E179A}" type="presParOf" srcId="{BA1D96F1-0C11-734A-BEAF-D12689251123}" destId="{893AC928-C803-F241-9DC0-90031C4C94BE}" srcOrd="0" destOrd="0" presId="urn:microsoft.com/office/officeart/2008/layout/HorizontalMultiLevelHierarchy"/>
    <dgm:cxn modelId="{07751D4F-BF5B-084B-85D5-B059BC46F20B}" type="presParOf" srcId="{B7F4E59B-FD51-E843-A595-8803F46F91D4}" destId="{E11A127F-BBB5-5A4B-A271-3BAF961B9622}" srcOrd="11" destOrd="0" presId="urn:microsoft.com/office/officeart/2008/layout/HorizontalMultiLevelHierarchy"/>
    <dgm:cxn modelId="{2FF688B2-5BA5-0A4D-82C3-A35A83D2AA4E}" type="presParOf" srcId="{E11A127F-BBB5-5A4B-A271-3BAF961B9622}" destId="{D5D4E2F4-19AB-1546-9D03-10ADE8DDB62E}" srcOrd="0" destOrd="0" presId="urn:microsoft.com/office/officeart/2008/layout/HorizontalMultiLevelHierarchy"/>
    <dgm:cxn modelId="{19D54690-75E2-324B-B889-691A3BC902A4}" type="presParOf" srcId="{E11A127F-BBB5-5A4B-A271-3BAF961B9622}" destId="{4ACE132D-67B8-774E-922A-A4C0DA89D618}" srcOrd="1" destOrd="0" presId="urn:microsoft.com/office/officeart/2008/layout/HorizontalMultiLevelHierarchy"/>
    <dgm:cxn modelId="{C91BBB4B-8613-374B-AFA4-C65D648BA82E}" type="presParOf" srcId="{4ACE132D-67B8-774E-922A-A4C0DA89D618}" destId="{5436B8B9-E78F-E941-A5A6-C0E3D327F3C8}" srcOrd="0" destOrd="0" presId="urn:microsoft.com/office/officeart/2008/layout/HorizontalMultiLevelHierarchy"/>
    <dgm:cxn modelId="{AA495BB4-156F-9743-8CF6-CFF60DCC78D6}" type="presParOf" srcId="{5436B8B9-E78F-E941-A5A6-C0E3D327F3C8}" destId="{7AFA966F-8D23-A541-8332-80240F421617}" srcOrd="0" destOrd="0" presId="urn:microsoft.com/office/officeart/2008/layout/HorizontalMultiLevelHierarchy"/>
    <dgm:cxn modelId="{903E83A3-B944-EB44-87C2-ECAE1D403B5D}" type="presParOf" srcId="{4ACE132D-67B8-774E-922A-A4C0DA89D618}" destId="{AF52ED3B-62AD-0045-8A82-40FD29DE1B6B}" srcOrd="1" destOrd="0" presId="urn:microsoft.com/office/officeart/2008/layout/HorizontalMultiLevelHierarchy"/>
    <dgm:cxn modelId="{BFD85738-250E-824A-9502-0BBDC4050C49}" type="presParOf" srcId="{AF52ED3B-62AD-0045-8A82-40FD29DE1B6B}" destId="{E5E90B1E-C5CE-7D4B-A256-5D3A878C0862}" srcOrd="0" destOrd="0" presId="urn:microsoft.com/office/officeart/2008/layout/HorizontalMultiLevelHierarchy"/>
    <dgm:cxn modelId="{EFA99697-C6E8-7F43-BD77-5A4DB290F386}" type="presParOf" srcId="{AF52ED3B-62AD-0045-8A82-40FD29DE1B6B}" destId="{D899FF43-F7AB-884C-95E9-FF324CAF2DE8}" srcOrd="1" destOrd="0" presId="urn:microsoft.com/office/officeart/2008/layout/HorizontalMultiLevelHierarchy"/>
    <dgm:cxn modelId="{1D9322BB-A439-AC49-9353-F6D9B1E8D9A9}" type="presParOf" srcId="{B7F4E59B-FD51-E843-A595-8803F46F91D4}" destId="{B94DC295-8E37-2949-B877-7E0BCF465191}" srcOrd="12" destOrd="0" presId="urn:microsoft.com/office/officeart/2008/layout/HorizontalMultiLevelHierarchy"/>
    <dgm:cxn modelId="{02D7B7F5-8EAE-2047-A2E1-42C2D760C795}" type="presParOf" srcId="{B94DC295-8E37-2949-B877-7E0BCF465191}" destId="{9704057F-3617-D040-B187-C1B64EFC6312}" srcOrd="0" destOrd="0" presId="urn:microsoft.com/office/officeart/2008/layout/HorizontalMultiLevelHierarchy"/>
    <dgm:cxn modelId="{D6DD12C5-6082-0E40-8405-4B2B065DD511}" type="presParOf" srcId="{B7F4E59B-FD51-E843-A595-8803F46F91D4}" destId="{B6BC02EA-A620-F641-9C75-F11E5755C41C}" srcOrd="13" destOrd="0" presId="urn:microsoft.com/office/officeart/2008/layout/HorizontalMultiLevelHierarchy"/>
    <dgm:cxn modelId="{64F09E7F-3F75-1145-82A9-F9225588F830}" type="presParOf" srcId="{B6BC02EA-A620-F641-9C75-F11E5755C41C}" destId="{F599BF8C-A65A-E841-B280-3635097C29B7}" srcOrd="0" destOrd="0" presId="urn:microsoft.com/office/officeart/2008/layout/HorizontalMultiLevelHierarchy"/>
    <dgm:cxn modelId="{AA4A3AC0-7D30-FC49-A92A-64B6162D06E4}" type="presParOf" srcId="{B6BC02EA-A620-F641-9C75-F11E5755C41C}" destId="{C73D732E-0A57-994C-BD22-4E03F14620E9}" srcOrd="1" destOrd="0" presId="urn:microsoft.com/office/officeart/2008/layout/HorizontalMultiLevelHierarchy"/>
    <dgm:cxn modelId="{CE39A177-9555-4148-8D89-3B066074A2CB}" type="presParOf" srcId="{C73D732E-0A57-994C-BD22-4E03F14620E9}" destId="{4BB4948C-5A27-1149-A188-FC6941AF0F37}" srcOrd="0" destOrd="0" presId="urn:microsoft.com/office/officeart/2008/layout/HorizontalMultiLevelHierarchy"/>
    <dgm:cxn modelId="{7BA30E20-DD1C-0140-9BF1-E406E12DDE61}" type="presParOf" srcId="{4BB4948C-5A27-1149-A188-FC6941AF0F37}" destId="{0FF756B4-2337-0041-904C-9916660B438C}" srcOrd="0" destOrd="0" presId="urn:microsoft.com/office/officeart/2008/layout/HorizontalMultiLevelHierarchy"/>
    <dgm:cxn modelId="{9878B6AE-0B6F-994C-8B8A-9B65F93E0A7E}" type="presParOf" srcId="{C73D732E-0A57-994C-BD22-4E03F14620E9}" destId="{FEAF09E5-EECE-3142-A673-333A691B5BA9}" srcOrd="1" destOrd="0" presId="urn:microsoft.com/office/officeart/2008/layout/HorizontalMultiLevelHierarchy"/>
    <dgm:cxn modelId="{6F26828A-7107-DE4F-8D2B-282A566B3E94}" type="presParOf" srcId="{FEAF09E5-EECE-3142-A673-333A691B5BA9}" destId="{0F7F6C11-72F3-EE40-839C-22F59868A4C8}" srcOrd="0" destOrd="0" presId="urn:microsoft.com/office/officeart/2008/layout/HorizontalMultiLevelHierarchy"/>
    <dgm:cxn modelId="{B55E9551-9C1E-F147-B08D-34CD4B9A8939}" type="presParOf" srcId="{FEAF09E5-EECE-3142-A673-333A691B5BA9}" destId="{C7325CD4-C20E-2246-A276-A23999FB577D}" srcOrd="1" destOrd="0" presId="urn:microsoft.com/office/officeart/2008/layout/HorizontalMultiLevelHierarchy"/>
    <dgm:cxn modelId="{5642AB21-9601-6849-A9B7-E3ABFEDD71A2}" type="presParOf" srcId="{B7F4E59B-FD51-E843-A595-8803F46F91D4}" destId="{24A93EFA-2091-6246-84DB-F0B6A5D82B20}" srcOrd="14" destOrd="0" presId="urn:microsoft.com/office/officeart/2008/layout/HorizontalMultiLevelHierarchy"/>
    <dgm:cxn modelId="{7FCFDD19-5281-E543-98C4-A63744060B35}" type="presParOf" srcId="{24A93EFA-2091-6246-84DB-F0B6A5D82B20}" destId="{FFFAEC07-50F8-DF4A-8337-FF5BEE83D812}" srcOrd="0" destOrd="0" presId="urn:microsoft.com/office/officeart/2008/layout/HorizontalMultiLevelHierarchy"/>
    <dgm:cxn modelId="{49C6836C-87C3-BE4A-8661-7AE0329EC12D}" type="presParOf" srcId="{B7F4E59B-FD51-E843-A595-8803F46F91D4}" destId="{B8708FDF-05BC-0C4E-A707-0EA964F12BCF}" srcOrd="15" destOrd="0" presId="urn:microsoft.com/office/officeart/2008/layout/HorizontalMultiLevelHierarchy"/>
    <dgm:cxn modelId="{63A16248-E310-E54F-8543-8503B0CFAB38}" type="presParOf" srcId="{B8708FDF-05BC-0C4E-A707-0EA964F12BCF}" destId="{DB2A3FD7-9491-EF41-AA9C-0E67C26E5FEC}" srcOrd="0" destOrd="0" presId="urn:microsoft.com/office/officeart/2008/layout/HorizontalMultiLevelHierarchy"/>
    <dgm:cxn modelId="{C41EEEA2-7E8B-DF43-AA8B-151E9D845CDB}" type="presParOf" srcId="{B8708FDF-05BC-0C4E-A707-0EA964F12BCF}" destId="{E8A3FEF1-DEB2-4E4E-871B-3D1DCA0FAB9C}" srcOrd="1" destOrd="0" presId="urn:microsoft.com/office/officeart/2008/layout/HorizontalMultiLevelHierarchy"/>
    <dgm:cxn modelId="{31B7048A-B293-BB44-BB39-BEF602DB0958}" type="presParOf" srcId="{B7F4E59B-FD51-E843-A595-8803F46F91D4}" destId="{6C9DE42C-75AE-6142-BF0F-42C095A1D810}" srcOrd="16" destOrd="0" presId="urn:microsoft.com/office/officeart/2008/layout/HorizontalMultiLevelHierarchy"/>
    <dgm:cxn modelId="{9D814051-F4A3-1047-AB00-D93EA92BEFE5}" type="presParOf" srcId="{6C9DE42C-75AE-6142-BF0F-42C095A1D810}" destId="{D76E2962-8A03-7B40-8E14-D4BB5D53E745}" srcOrd="0" destOrd="0" presId="urn:microsoft.com/office/officeart/2008/layout/HorizontalMultiLevelHierarchy"/>
    <dgm:cxn modelId="{0F0E8282-3618-E24C-BFB1-554836DDA64A}" type="presParOf" srcId="{B7F4E59B-FD51-E843-A595-8803F46F91D4}" destId="{BFA54B6F-8698-704C-A6F8-ACC8268771AD}" srcOrd="17" destOrd="0" presId="urn:microsoft.com/office/officeart/2008/layout/HorizontalMultiLevelHierarchy"/>
    <dgm:cxn modelId="{FD99FCE2-03EF-0447-92EE-CB1A7296CF43}" type="presParOf" srcId="{BFA54B6F-8698-704C-A6F8-ACC8268771AD}" destId="{0DE7B41B-E229-FF43-9E93-A4FEA0BA76F1}" srcOrd="0" destOrd="0" presId="urn:microsoft.com/office/officeart/2008/layout/HorizontalMultiLevelHierarchy"/>
    <dgm:cxn modelId="{C6188010-CEA4-2845-B501-AB1A191404C6}" type="presParOf" srcId="{BFA54B6F-8698-704C-A6F8-ACC8268771AD}" destId="{CFAD3A94-E416-A143-BB90-2945784C9729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752088-6172-4C93-95C3-09B5B10304FD}" type="doc">
      <dgm:prSet loTypeId="urn:microsoft.com/office/officeart/2008/layout/VerticalCurvedList" loCatId="matrix" qsTypeId="urn:microsoft.com/office/officeart/2005/8/quickstyle/simple1#4" qsCatId="simple" csTypeId="urn:microsoft.com/office/officeart/2005/8/colors/colorful1#4" csCatId="colorful" phldr="1"/>
      <dgm:spPr/>
      <dgm:t>
        <a:bodyPr/>
        <a:lstStyle/>
        <a:p>
          <a:endParaRPr lang="en-US"/>
        </a:p>
      </dgm:t>
    </dgm:pt>
    <dgm:pt modelId="{C8E49A0C-94DD-47C5-9B8E-75CEE7EC2CEB}">
      <dgm:prSet/>
      <dgm:spPr/>
      <dgm:t>
        <a:bodyPr/>
        <a:lstStyle/>
        <a:p>
          <a:r>
            <a:rPr lang="en-US" dirty="0"/>
            <a:t>Pipes and redirects</a:t>
          </a:r>
        </a:p>
      </dgm:t>
    </dgm:pt>
    <dgm:pt modelId="{036FCD4A-C04B-4403-A616-5DD32A284E81}" type="parTrans" cxnId="{DCEF4B7B-8F34-4A69-878B-47D627F5E3D4}">
      <dgm:prSet/>
      <dgm:spPr/>
      <dgm:t>
        <a:bodyPr/>
        <a:lstStyle/>
        <a:p>
          <a:endParaRPr lang="en-US"/>
        </a:p>
      </dgm:t>
    </dgm:pt>
    <dgm:pt modelId="{65E40681-3BA9-4DAB-B9A7-9A571C21F468}" type="sibTrans" cxnId="{DCEF4B7B-8F34-4A69-878B-47D627F5E3D4}">
      <dgm:prSet/>
      <dgm:spPr/>
      <dgm:t>
        <a:bodyPr/>
        <a:lstStyle/>
        <a:p>
          <a:endParaRPr lang="en-US"/>
        </a:p>
      </dgm:t>
    </dgm:pt>
    <dgm:pt modelId="{683AAE1A-F9B7-48D7-90A7-E69CE31785A3}">
      <dgm:prSet/>
      <dgm:spPr/>
      <dgm:t>
        <a:bodyPr/>
        <a:lstStyle/>
        <a:p>
          <a:r>
            <a:rPr lang="en-US" dirty="0"/>
            <a:t>Variables</a:t>
          </a:r>
        </a:p>
      </dgm:t>
    </dgm:pt>
    <dgm:pt modelId="{888F3C53-1B81-4584-A6B7-2F4A765BC5DF}" type="parTrans" cxnId="{3F75A8D6-BACB-4EE5-A64A-73FFCC2B7FFC}">
      <dgm:prSet/>
      <dgm:spPr/>
      <dgm:t>
        <a:bodyPr/>
        <a:lstStyle/>
        <a:p>
          <a:endParaRPr lang="en-US"/>
        </a:p>
      </dgm:t>
    </dgm:pt>
    <dgm:pt modelId="{E5FDEC46-A763-415D-9111-F4DCB5B51F2C}" type="sibTrans" cxnId="{3F75A8D6-BACB-4EE5-A64A-73FFCC2B7FFC}">
      <dgm:prSet/>
      <dgm:spPr/>
      <dgm:t>
        <a:bodyPr/>
        <a:lstStyle/>
        <a:p>
          <a:endParaRPr lang="en-US"/>
        </a:p>
      </dgm:t>
    </dgm:pt>
    <dgm:pt modelId="{700542C3-8AEA-4C27-8584-43E6CF604E1F}">
      <dgm:prSet/>
      <dgm:spPr/>
      <dgm:t>
        <a:bodyPr/>
        <a:lstStyle/>
        <a:p>
          <a:r>
            <a:rPr lang="en-US" dirty="0"/>
            <a:t>Pattern matching</a:t>
          </a:r>
        </a:p>
      </dgm:t>
    </dgm:pt>
    <dgm:pt modelId="{04AA17A5-D782-4A65-A659-5D998D7EC199}" type="parTrans" cxnId="{9091C3F8-2A2C-4074-82B6-0B718AE2A551}">
      <dgm:prSet/>
      <dgm:spPr/>
      <dgm:t>
        <a:bodyPr/>
        <a:lstStyle/>
        <a:p>
          <a:endParaRPr lang="en-US"/>
        </a:p>
      </dgm:t>
    </dgm:pt>
    <dgm:pt modelId="{BFBF9498-3706-448C-B9D8-23DCB6A190BD}" type="sibTrans" cxnId="{9091C3F8-2A2C-4074-82B6-0B718AE2A551}">
      <dgm:prSet/>
      <dgm:spPr/>
      <dgm:t>
        <a:bodyPr/>
        <a:lstStyle/>
        <a:p>
          <a:endParaRPr lang="en-US"/>
        </a:p>
      </dgm:t>
    </dgm:pt>
    <dgm:pt modelId="{4DD6D865-DFE1-4C5C-92D1-FF00FF8F7BA6}">
      <dgm:prSet/>
      <dgm:spPr/>
      <dgm:t>
        <a:bodyPr/>
        <a:lstStyle/>
        <a:p>
          <a:r>
            <a:rPr lang="en-US" dirty="0"/>
            <a:t>Text processing</a:t>
          </a:r>
        </a:p>
      </dgm:t>
    </dgm:pt>
    <dgm:pt modelId="{B7CC7F45-A64F-433C-9197-DDE94ACFC3AD}" type="sibTrans" cxnId="{996422E6-29B7-47D9-8E04-D428552141AA}">
      <dgm:prSet/>
      <dgm:spPr/>
      <dgm:t>
        <a:bodyPr/>
        <a:lstStyle/>
        <a:p>
          <a:endParaRPr lang="en-US"/>
        </a:p>
      </dgm:t>
    </dgm:pt>
    <dgm:pt modelId="{88370D79-9E7F-4AC3-993A-8D44F3CECA33}" type="parTrans" cxnId="{996422E6-29B7-47D9-8E04-D428552141AA}">
      <dgm:prSet/>
      <dgm:spPr/>
      <dgm:t>
        <a:bodyPr/>
        <a:lstStyle/>
        <a:p>
          <a:endParaRPr lang="en-US"/>
        </a:p>
      </dgm:t>
    </dgm:pt>
    <dgm:pt modelId="{F5B8B0A0-385A-BF42-9F13-853E2176F1AF}" type="pres">
      <dgm:prSet presAssocID="{E3752088-6172-4C93-95C3-09B5B10304FD}" presName="Name0" presStyleCnt="0">
        <dgm:presLayoutVars>
          <dgm:chMax val="7"/>
          <dgm:chPref val="7"/>
          <dgm:dir/>
        </dgm:presLayoutVars>
      </dgm:prSet>
      <dgm:spPr/>
    </dgm:pt>
    <dgm:pt modelId="{30FCC5C3-3A9C-5A42-B9EA-8EE8B37180D2}" type="pres">
      <dgm:prSet presAssocID="{E3752088-6172-4C93-95C3-09B5B10304FD}" presName="Name1" presStyleCnt="0"/>
      <dgm:spPr/>
    </dgm:pt>
    <dgm:pt modelId="{3F338A08-4AF6-B841-9536-B5457D778581}" type="pres">
      <dgm:prSet presAssocID="{E3752088-6172-4C93-95C3-09B5B10304FD}" presName="cycle" presStyleCnt="0"/>
      <dgm:spPr/>
    </dgm:pt>
    <dgm:pt modelId="{F888A8EB-8762-1442-AD78-445E61D1E690}" type="pres">
      <dgm:prSet presAssocID="{E3752088-6172-4C93-95C3-09B5B10304FD}" presName="srcNode" presStyleLbl="node1" presStyleIdx="0" presStyleCnt="4"/>
      <dgm:spPr/>
    </dgm:pt>
    <dgm:pt modelId="{37AEC9B5-E00C-394A-9CAD-273D8CCDD4E9}" type="pres">
      <dgm:prSet presAssocID="{E3752088-6172-4C93-95C3-09B5B10304FD}" presName="conn" presStyleLbl="parChTrans1D2" presStyleIdx="0" presStyleCnt="1"/>
      <dgm:spPr/>
    </dgm:pt>
    <dgm:pt modelId="{BAD0D57F-94C2-CD4D-A6FE-CA92675D6496}" type="pres">
      <dgm:prSet presAssocID="{E3752088-6172-4C93-95C3-09B5B10304FD}" presName="extraNode" presStyleLbl="node1" presStyleIdx="0" presStyleCnt="4"/>
      <dgm:spPr/>
    </dgm:pt>
    <dgm:pt modelId="{992D6E5C-D621-BB40-BBB1-BE76DCCDE2BB}" type="pres">
      <dgm:prSet presAssocID="{E3752088-6172-4C93-95C3-09B5B10304FD}" presName="dstNode" presStyleLbl="node1" presStyleIdx="0" presStyleCnt="4"/>
      <dgm:spPr/>
    </dgm:pt>
    <dgm:pt modelId="{E4A87509-75F4-6D44-A795-3D14AD66313C}" type="pres">
      <dgm:prSet presAssocID="{C8E49A0C-94DD-47C5-9B8E-75CEE7EC2CEB}" presName="text_1" presStyleLbl="node1" presStyleIdx="0" presStyleCnt="4">
        <dgm:presLayoutVars>
          <dgm:bulletEnabled val="1"/>
        </dgm:presLayoutVars>
      </dgm:prSet>
      <dgm:spPr/>
    </dgm:pt>
    <dgm:pt modelId="{9B49F79A-A4E0-1646-AB38-E03A9215F74B}" type="pres">
      <dgm:prSet presAssocID="{C8E49A0C-94DD-47C5-9B8E-75CEE7EC2CEB}" presName="accent_1" presStyleCnt="0"/>
      <dgm:spPr/>
    </dgm:pt>
    <dgm:pt modelId="{06897AB5-69C6-7F4E-8CFB-9574AE469F99}" type="pres">
      <dgm:prSet presAssocID="{C8E49A0C-94DD-47C5-9B8E-75CEE7EC2CEB}" presName="accentRepeatNode" presStyleLbl="solidFgAcc1" presStyleIdx="0" presStyleCnt="4"/>
      <dgm:spPr/>
    </dgm:pt>
    <dgm:pt modelId="{BEED42A9-3E21-9146-BF62-5CB43B43B982}" type="pres">
      <dgm:prSet presAssocID="{683AAE1A-F9B7-48D7-90A7-E69CE31785A3}" presName="text_2" presStyleLbl="node1" presStyleIdx="1" presStyleCnt="4">
        <dgm:presLayoutVars>
          <dgm:bulletEnabled val="1"/>
        </dgm:presLayoutVars>
      </dgm:prSet>
      <dgm:spPr/>
    </dgm:pt>
    <dgm:pt modelId="{4924B1B6-02FD-4747-8E96-64DB251E7387}" type="pres">
      <dgm:prSet presAssocID="{683AAE1A-F9B7-48D7-90A7-E69CE31785A3}" presName="accent_2" presStyleCnt="0"/>
      <dgm:spPr/>
    </dgm:pt>
    <dgm:pt modelId="{A2612371-1D8E-AB4E-B2EB-6256B4F36196}" type="pres">
      <dgm:prSet presAssocID="{683AAE1A-F9B7-48D7-90A7-E69CE31785A3}" presName="accentRepeatNode" presStyleLbl="solidFgAcc1" presStyleIdx="1" presStyleCnt="4"/>
      <dgm:spPr/>
    </dgm:pt>
    <dgm:pt modelId="{68612EE7-E741-344C-932A-53A34F324177}" type="pres">
      <dgm:prSet presAssocID="{700542C3-8AEA-4C27-8584-43E6CF604E1F}" presName="text_3" presStyleLbl="node1" presStyleIdx="2" presStyleCnt="4">
        <dgm:presLayoutVars>
          <dgm:bulletEnabled val="1"/>
        </dgm:presLayoutVars>
      </dgm:prSet>
      <dgm:spPr/>
    </dgm:pt>
    <dgm:pt modelId="{39963D88-C178-C744-AF12-6F81B111F840}" type="pres">
      <dgm:prSet presAssocID="{700542C3-8AEA-4C27-8584-43E6CF604E1F}" presName="accent_3" presStyleCnt="0"/>
      <dgm:spPr/>
    </dgm:pt>
    <dgm:pt modelId="{BD933512-8AC2-D244-B16B-5BECDD7C138B}" type="pres">
      <dgm:prSet presAssocID="{700542C3-8AEA-4C27-8584-43E6CF604E1F}" presName="accentRepeatNode" presStyleLbl="solidFgAcc1" presStyleIdx="2" presStyleCnt="4"/>
      <dgm:spPr/>
    </dgm:pt>
    <dgm:pt modelId="{CF5BA85A-913C-F442-ABFA-D7797569C0CA}" type="pres">
      <dgm:prSet presAssocID="{4DD6D865-DFE1-4C5C-92D1-FF00FF8F7BA6}" presName="text_4" presStyleLbl="node1" presStyleIdx="3" presStyleCnt="4">
        <dgm:presLayoutVars>
          <dgm:bulletEnabled val="1"/>
        </dgm:presLayoutVars>
      </dgm:prSet>
      <dgm:spPr/>
    </dgm:pt>
    <dgm:pt modelId="{CB57D86A-3C3B-5C42-9A8D-D2ABB1CBA22E}" type="pres">
      <dgm:prSet presAssocID="{4DD6D865-DFE1-4C5C-92D1-FF00FF8F7BA6}" presName="accent_4" presStyleCnt="0"/>
      <dgm:spPr/>
    </dgm:pt>
    <dgm:pt modelId="{B8CB90A0-E06C-B347-A4A2-C98ADDF48DA6}" type="pres">
      <dgm:prSet presAssocID="{4DD6D865-DFE1-4C5C-92D1-FF00FF8F7BA6}" presName="accentRepeatNode" presStyleLbl="solidFgAcc1" presStyleIdx="3" presStyleCnt="4"/>
      <dgm:spPr/>
    </dgm:pt>
  </dgm:ptLst>
  <dgm:cxnLst>
    <dgm:cxn modelId="{1D0C3003-3009-3F4C-82AE-E556EE790E44}" type="presOf" srcId="{683AAE1A-F9B7-48D7-90A7-E69CE31785A3}" destId="{BEED42A9-3E21-9146-BF62-5CB43B43B982}" srcOrd="0" destOrd="0" presId="urn:microsoft.com/office/officeart/2008/layout/VerticalCurvedList"/>
    <dgm:cxn modelId="{4398EC22-5B5F-EA46-820C-21D217802A6F}" type="presOf" srcId="{C8E49A0C-94DD-47C5-9B8E-75CEE7EC2CEB}" destId="{E4A87509-75F4-6D44-A795-3D14AD66313C}" srcOrd="0" destOrd="0" presId="urn:microsoft.com/office/officeart/2008/layout/VerticalCurvedList"/>
    <dgm:cxn modelId="{A7014844-2143-3041-8CDA-4361C3546333}" type="presOf" srcId="{65E40681-3BA9-4DAB-B9A7-9A571C21F468}" destId="{37AEC9B5-E00C-394A-9CAD-273D8CCDD4E9}" srcOrd="0" destOrd="0" presId="urn:microsoft.com/office/officeart/2008/layout/VerticalCurvedList"/>
    <dgm:cxn modelId="{34C1A66C-C8D3-644E-9165-80B8AB36000C}" type="presOf" srcId="{E3752088-6172-4C93-95C3-09B5B10304FD}" destId="{F5B8B0A0-385A-BF42-9F13-853E2176F1AF}" srcOrd="0" destOrd="0" presId="urn:microsoft.com/office/officeart/2008/layout/VerticalCurvedList"/>
    <dgm:cxn modelId="{93476B55-CC65-AB46-AF5E-3CF7C3EF6442}" type="presOf" srcId="{700542C3-8AEA-4C27-8584-43E6CF604E1F}" destId="{68612EE7-E741-344C-932A-53A34F324177}" srcOrd="0" destOrd="0" presId="urn:microsoft.com/office/officeart/2008/layout/VerticalCurvedList"/>
    <dgm:cxn modelId="{DCEF4B7B-8F34-4A69-878B-47D627F5E3D4}" srcId="{E3752088-6172-4C93-95C3-09B5B10304FD}" destId="{C8E49A0C-94DD-47C5-9B8E-75CEE7EC2CEB}" srcOrd="0" destOrd="0" parTransId="{036FCD4A-C04B-4403-A616-5DD32A284E81}" sibTransId="{65E40681-3BA9-4DAB-B9A7-9A571C21F468}"/>
    <dgm:cxn modelId="{2871368E-3E83-4A42-B35F-30512789D2E7}" type="presOf" srcId="{4DD6D865-DFE1-4C5C-92D1-FF00FF8F7BA6}" destId="{CF5BA85A-913C-F442-ABFA-D7797569C0CA}" srcOrd="0" destOrd="0" presId="urn:microsoft.com/office/officeart/2008/layout/VerticalCurvedList"/>
    <dgm:cxn modelId="{3F75A8D6-BACB-4EE5-A64A-73FFCC2B7FFC}" srcId="{E3752088-6172-4C93-95C3-09B5B10304FD}" destId="{683AAE1A-F9B7-48D7-90A7-E69CE31785A3}" srcOrd="1" destOrd="0" parTransId="{888F3C53-1B81-4584-A6B7-2F4A765BC5DF}" sibTransId="{E5FDEC46-A763-415D-9111-F4DCB5B51F2C}"/>
    <dgm:cxn modelId="{996422E6-29B7-47D9-8E04-D428552141AA}" srcId="{E3752088-6172-4C93-95C3-09B5B10304FD}" destId="{4DD6D865-DFE1-4C5C-92D1-FF00FF8F7BA6}" srcOrd="3" destOrd="0" parTransId="{88370D79-9E7F-4AC3-993A-8D44F3CECA33}" sibTransId="{B7CC7F45-A64F-433C-9197-DDE94ACFC3AD}"/>
    <dgm:cxn modelId="{9091C3F8-2A2C-4074-82B6-0B718AE2A551}" srcId="{E3752088-6172-4C93-95C3-09B5B10304FD}" destId="{700542C3-8AEA-4C27-8584-43E6CF604E1F}" srcOrd="2" destOrd="0" parTransId="{04AA17A5-D782-4A65-A659-5D998D7EC199}" sibTransId="{BFBF9498-3706-448C-B9D8-23DCB6A190BD}"/>
    <dgm:cxn modelId="{26CC4A75-4BC7-4541-9761-159A99FB241F}" type="presParOf" srcId="{F5B8B0A0-385A-BF42-9F13-853E2176F1AF}" destId="{30FCC5C3-3A9C-5A42-B9EA-8EE8B37180D2}" srcOrd="0" destOrd="0" presId="urn:microsoft.com/office/officeart/2008/layout/VerticalCurvedList"/>
    <dgm:cxn modelId="{EBD1DDBC-2204-7F45-BCC8-DB08641BA71A}" type="presParOf" srcId="{30FCC5C3-3A9C-5A42-B9EA-8EE8B37180D2}" destId="{3F338A08-4AF6-B841-9536-B5457D778581}" srcOrd="0" destOrd="0" presId="urn:microsoft.com/office/officeart/2008/layout/VerticalCurvedList"/>
    <dgm:cxn modelId="{BA1EE4B2-B0ED-0F42-992F-063AF0785211}" type="presParOf" srcId="{3F338A08-4AF6-B841-9536-B5457D778581}" destId="{F888A8EB-8762-1442-AD78-445E61D1E690}" srcOrd="0" destOrd="0" presId="urn:microsoft.com/office/officeart/2008/layout/VerticalCurvedList"/>
    <dgm:cxn modelId="{FAA92B8E-07CB-6C45-9D1E-F91240EE8514}" type="presParOf" srcId="{3F338A08-4AF6-B841-9536-B5457D778581}" destId="{37AEC9B5-E00C-394A-9CAD-273D8CCDD4E9}" srcOrd="1" destOrd="0" presId="urn:microsoft.com/office/officeart/2008/layout/VerticalCurvedList"/>
    <dgm:cxn modelId="{DA016707-8F6F-8543-85B4-5CBBEA65639F}" type="presParOf" srcId="{3F338A08-4AF6-B841-9536-B5457D778581}" destId="{BAD0D57F-94C2-CD4D-A6FE-CA92675D6496}" srcOrd="2" destOrd="0" presId="urn:microsoft.com/office/officeart/2008/layout/VerticalCurvedList"/>
    <dgm:cxn modelId="{98E688E5-CC14-8F4F-8EBE-EE516EA6BB3D}" type="presParOf" srcId="{3F338A08-4AF6-B841-9536-B5457D778581}" destId="{992D6E5C-D621-BB40-BBB1-BE76DCCDE2BB}" srcOrd="3" destOrd="0" presId="urn:microsoft.com/office/officeart/2008/layout/VerticalCurvedList"/>
    <dgm:cxn modelId="{9C7CE74D-D918-FB4F-925A-498A884DAA71}" type="presParOf" srcId="{30FCC5C3-3A9C-5A42-B9EA-8EE8B37180D2}" destId="{E4A87509-75F4-6D44-A795-3D14AD66313C}" srcOrd="1" destOrd="0" presId="urn:microsoft.com/office/officeart/2008/layout/VerticalCurvedList"/>
    <dgm:cxn modelId="{F75BA7FC-5730-5F4D-A409-760126D40B9E}" type="presParOf" srcId="{30FCC5C3-3A9C-5A42-B9EA-8EE8B37180D2}" destId="{9B49F79A-A4E0-1646-AB38-E03A9215F74B}" srcOrd="2" destOrd="0" presId="urn:microsoft.com/office/officeart/2008/layout/VerticalCurvedList"/>
    <dgm:cxn modelId="{1DF6BE9D-506F-A147-87BF-3CDF3DE06966}" type="presParOf" srcId="{9B49F79A-A4E0-1646-AB38-E03A9215F74B}" destId="{06897AB5-69C6-7F4E-8CFB-9574AE469F99}" srcOrd="0" destOrd="0" presId="urn:microsoft.com/office/officeart/2008/layout/VerticalCurvedList"/>
    <dgm:cxn modelId="{8AF56B94-6646-B24E-9E61-5CBEF743A7D9}" type="presParOf" srcId="{30FCC5C3-3A9C-5A42-B9EA-8EE8B37180D2}" destId="{BEED42A9-3E21-9146-BF62-5CB43B43B982}" srcOrd="3" destOrd="0" presId="urn:microsoft.com/office/officeart/2008/layout/VerticalCurvedList"/>
    <dgm:cxn modelId="{47525DD0-7AE4-1D4C-AB05-76118A372F3E}" type="presParOf" srcId="{30FCC5C3-3A9C-5A42-B9EA-8EE8B37180D2}" destId="{4924B1B6-02FD-4747-8E96-64DB251E7387}" srcOrd="4" destOrd="0" presId="urn:microsoft.com/office/officeart/2008/layout/VerticalCurvedList"/>
    <dgm:cxn modelId="{E61415BE-BF08-F24E-91E3-E49001748377}" type="presParOf" srcId="{4924B1B6-02FD-4747-8E96-64DB251E7387}" destId="{A2612371-1D8E-AB4E-B2EB-6256B4F36196}" srcOrd="0" destOrd="0" presId="urn:microsoft.com/office/officeart/2008/layout/VerticalCurvedList"/>
    <dgm:cxn modelId="{52FD88C0-FE3F-B342-A192-0FACE2CE8422}" type="presParOf" srcId="{30FCC5C3-3A9C-5A42-B9EA-8EE8B37180D2}" destId="{68612EE7-E741-344C-932A-53A34F324177}" srcOrd="5" destOrd="0" presId="urn:microsoft.com/office/officeart/2008/layout/VerticalCurvedList"/>
    <dgm:cxn modelId="{549D61E8-2DF1-BE44-8C71-47E03F664C3C}" type="presParOf" srcId="{30FCC5C3-3A9C-5A42-B9EA-8EE8B37180D2}" destId="{39963D88-C178-C744-AF12-6F81B111F840}" srcOrd="6" destOrd="0" presId="urn:microsoft.com/office/officeart/2008/layout/VerticalCurvedList"/>
    <dgm:cxn modelId="{6CA1051D-7C28-A245-AAD8-93CC85A575FF}" type="presParOf" srcId="{39963D88-C178-C744-AF12-6F81B111F840}" destId="{BD933512-8AC2-D244-B16B-5BECDD7C138B}" srcOrd="0" destOrd="0" presId="urn:microsoft.com/office/officeart/2008/layout/VerticalCurvedList"/>
    <dgm:cxn modelId="{4AA402A4-3387-AD49-B974-1883DCA2636E}" type="presParOf" srcId="{30FCC5C3-3A9C-5A42-B9EA-8EE8B37180D2}" destId="{CF5BA85A-913C-F442-ABFA-D7797569C0CA}" srcOrd="7" destOrd="0" presId="urn:microsoft.com/office/officeart/2008/layout/VerticalCurvedList"/>
    <dgm:cxn modelId="{8D164229-BF17-4242-9251-0E0C731F1205}" type="presParOf" srcId="{30FCC5C3-3A9C-5A42-B9EA-8EE8B37180D2}" destId="{CB57D86A-3C3B-5C42-9A8D-D2ABB1CBA22E}" srcOrd="8" destOrd="0" presId="urn:microsoft.com/office/officeart/2008/layout/VerticalCurvedList"/>
    <dgm:cxn modelId="{D99F11B0-548C-6941-85A6-C6F02ADA36F3}" type="presParOf" srcId="{CB57D86A-3C3B-5C42-9A8D-D2ABB1CBA22E}" destId="{B8CB90A0-E06C-B347-A4A2-C98ADDF48DA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752088-6172-4C93-95C3-09B5B10304FD}" type="doc">
      <dgm:prSet loTypeId="urn:microsoft.com/office/officeart/2008/layout/VerticalCurvedList" loCatId="matrix" qsTypeId="urn:microsoft.com/office/officeart/2005/8/quickstyle/simple1#5" qsCatId="simple" csTypeId="urn:microsoft.com/office/officeart/2005/8/colors/colorful1#5" csCatId="colorful" phldr="1"/>
      <dgm:spPr/>
      <dgm:t>
        <a:bodyPr/>
        <a:lstStyle/>
        <a:p>
          <a:endParaRPr lang="en-US"/>
        </a:p>
      </dgm:t>
    </dgm:pt>
    <dgm:pt modelId="{C8E49A0C-94DD-47C5-9B8E-75CEE7EC2CEB}">
      <dgm:prSet/>
      <dgm:spPr/>
      <dgm:t>
        <a:bodyPr/>
        <a:lstStyle/>
        <a:p>
          <a:r>
            <a:rPr lang="en-US" dirty="0"/>
            <a:t>Shell scripting</a:t>
          </a:r>
        </a:p>
      </dgm:t>
    </dgm:pt>
    <dgm:pt modelId="{036FCD4A-C04B-4403-A616-5DD32A284E81}" type="parTrans" cxnId="{DCEF4B7B-8F34-4A69-878B-47D627F5E3D4}">
      <dgm:prSet/>
      <dgm:spPr/>
      <dgm:t>
        <a:bodyPr/>
        <a:lstStyle/>
        <a:p>
          <a:endParaRPr lang="en-US"/>
        </a:p>
      </dgm:t>
    </dgm:pt>
    <dgm:pt modelId="{65E40681-3BA9-4DAB-B9A7-9A571C21F468}" type="sibTrans" cxnId="{DCEF4B7B-8F34-4A69-878B-47D627F5E3D4}">
      <dgm:prSet/>
      <dgm:spPr/>
      <dgm:t>
        <a:bodyPr/>
        <a:lstStyle/>
        <a:p>
          <a:endParaRPr lang="en-US"/>
        </a:p>
      </dgm:t>
    </dgm:pt>
    <dgm:pt modelId="{683AAE1A-F9B7-48D7-90A7-E69CE31785A3}">
      <dgm:prSet/>
      <dgm:spPr/>
      <dgm:t>
        <a:bodyPr/>
        <a:lstStyle/>
        <a:p>
          <a:r>
            <a:rPr lang="en-US" dirty="0"/>
            <a:t>Control structures</a:t>
          </a:r>
        </a:p>
      </dgm:t>
    </dgm:pt>
    <dgm:pt modelId="{888F3C53-1B81-4584-A6B7-2F4A765BC5DF}" type="parTrans" cxnId="{3F75A8D6-BACB-4EE5-A64A-73FFCC2B7FFC}">
      <dgm:prSet/>
      <dgm:spPr/>
      <dgm:t>
        <a:bodyPr/>
        <a:lstStyle/>
        <a:p>
          <a:endParaRPr lang="en-US"/>
        </a:p>
      </dgm:t>
    </dgm:pt>
    <dgm:pt modelId="{E5FDEC46-A763-415D-9111-F4DCB5B51F2C}" type="sibTrans" cxnId="{3F75A8D6-BACB-4EE5-A64A-73FFCC2B7FFC}">
      <dgm:prSet/>
      <dgm:spPr/>
      <dgm:t>
        <a:bodyPr/>
        <a:lstStyle/>
        <a:p>
          <a:endParaRPr lang="en-US"/>
        </a:p>
      </dgm:t>
    </dgm:pt>
    <dgm:pt modelId="{700542C3-8AEA-4C27-8584-43E6CF604E1F}">
      <dgm:prSet/>
      <dgm:spPr/>
      <dgm:t>
        <a:bodyPr/>
        <a:lstStyle/>
        <a:p>
          <a:r>
            <a:rPr lang="en-US" dirty="0"/>
            <a:t>HPC</a:t>
          </a:r>
        </a:p>
      </dgm:t>
    </dgm:pt>
    <dgm:pt modelId="{04AA17A5-D782-4A65-A659-5D998D7EC199}" type="parTrans" cxnId="{9091C3F8-2A2C-4074-82B6-0B718AE2A551}">
      <dgm:prSet/>
      <dgm:spPr/>
      <dgm:t>
        <a:bodyPr/>
        <a:lstStyle/>
        <a:p>
          <a:endParaRPr lang="en-US"/>
        </a:p>
      </dgm:t>
    </dgm:pt>
    <dgm:pt modelId="{BFBF9498-3706-448C-B9D8-23DCB6A190BD}" type="sibTrans" cxnId="{9091C3F8-2A2C-4074-82B6-0B718AE2A551}">
      <dgm:prSet/>
      <dgm:spPr/>
      <dgm:t>
        <a:bodyPr/>
        <a:lstStyle/>
        <a:p>
          <a:endParaRPr lang="en-US"/>
        </a:p>
      </dgm:t>
    </dgm:pt>
    <dgm:pt modelId="{F5B8B0A0-385A-BF42-9F13-853E2176F1AF}" type="pres">
      <dgm:prSet presAssocID="{E3752088-6172-4C93-95C3-09B5B10304FD}" presName="Name0" presStyleCnt="0">
        <dgm:presLayoutVars>
          <dgm:chMax val="7"/>
          <dgm:chPref val="7"/>
          <dgm:dir/>
        </dgm:presLayoutVars>
      </dgm:prSet>
      <dgm:spPr/>
    </dgm:pt>
    <dgm:pt modelId="{30FCC5C3-3A9C-5A42-B9EA-8EE8B37180D2}" type="pres">
      <dgm:prSet presAssocID="{E3752088-6172-4C93-95C3-09B5B10304FD}" presName="Name1" presStyleCnt="0"/>
      <dgm:spPr/>
    </dgm:pt>
    <dgm:pt modelId="{3F338A08-4AF6-B841-9536-B5457D778581}" type="pres">
      <dgm:prSet presAssocID="{E3752088-6172-4C93-95C3-09B5B10304FD}" presName="cycle" presStyleCnt="0"/>
      <dgm:spPr/>
    </dgm:pt>
    <dgm:pt modelId="{F888A8EB-8762-1442-AD78-445E61D1E690}" type="pres">
      <dgm:prSet presAssocID="{E3752088-6172-4C93-95C3-09B5B10304FD}" presName="srcNode" presStyleLbl="node1" presStyleIdx="0" presStyleCnt="3"/>
      <dgm:spPr/>
    </dgm:pt>
    <dgm:pt modelId="{37AEC9B5-E00C-394A-9CAD-273D8CCDD4E9}" type="pres">
      <dgm:prSet presAssocID="{E3752088-6172-4C93-95C3-09B5B10304FD}" presName="conn" presStyleLbl="parChTrans1D2" presStyleIdx="0" presStyleCnt="1"/>
      <dgm:spPr/>
    </dgm:pt>
    <dgm:pt modelId="{BAD0D57F-94C2-CD4D-A6FE-CA92675D6496}" type="pres">
      <dgm:prSet presAssocID="{E3752088-6172-4C93-95C3-09B5B10304FD}" presName="extraNode" presStyleLbl="node1" presStyleIdx="0" presStyleCnt="3"/>
      <dgm:spPr/>
    </dgm:pt>
    <dgm:pt modelId="{992D6E5C-D621-BB40-BBB1-BE76DCCDE2BB}" type="pres">
      <dgm:prSet presAssocID="{E3752088-6172-4C93-95C3-09B5B10304FD}" presName="dstNode" presStyleLbl="node1" presStyleIdx="0" presStyleCnt="3"/>
      <dgm:spPr/>
    </dgm:pt>
    <dgm:pt modelId="{E4A87509-75F4-6D44-A795-3D14AD66313C}" type="pres">
      <dgm:prSet presAssocID="{C8E49A0C-94DD-47C5-9B8E-75CEE7EC2CEB}" presName="text_1" presStyleLbl="node1" presStyleIdx="0" presStyleCnt="3">
        <dgm:presLayoutVars>
          <dgm:bulletEnabled val="1"/>
        </dgm:presLayoutVars>
      </dgm:prSet>
      <dgm:spPr/>
    </dgm:pt>
    <dgm:pt modelId="{9B49F79A-A4E0-1646-AB38-E03A9215F74B}" type="pres">
      <dgm:prSet presAssocID="{C8E49A0C-94DD-47C5-9B8E-75CEE7EC2CEB}" presName="accent_1" presStyleCnt="0"/>
      <dgm:spPr/>
    </dgm:pt>
    <dgm:pt modelId="{06897AB5-69C6-7F4E-8CFB-9574AE469F99}" type="pres">
      <dgm:prSet presAssocID="{C8E49A0C-94DD-47C5-9B8E-75CEE7EC2CEB}" presName="accentRepeatNode" presStyleLbl="solidFgAcc1" presStyleIdx="0" presStyleCnt="3"/>
      <dgm:spPr/>
    </dgm:pt>
    <dgm:pt modelId="{BEED42A9-3E21-9146-BF62-5CB43B43B982}" type="pres">
      <dgm:prSet presAssocID="{683AAE1A-F9B7-48D7-90A7-E69CE31785A3}" presName="text_2" presStyleLbl="node1" presStyleIdx="1" presStyleCnt="3">
        <dgm:presLayoutVars>
          <dgm:bulletEnabled val="1"/>
        </dgm:presLayoutVars>
      </dgm:prSet>
      <dgm:spPr/>
    </dgm:pt>
    <dgm:pt modelId="{4924B1B6-02FD-4747-8E96-64DB251E7387}" type="pres">
      <dgm:prSet presAssocID="{683AAE1A-F9B7-48D7-90A7-E69CE31785A3}" presName="accent_2" presStyleCnt="0"/>
      <dgm:spPr/>
    </dgm:pt>
    <dgm:pt modelId="{A2612371-1D8E-AB4E-B2EB-6256B4F36196}" type="pres">
      <dgm:prSet presAssocID="{683AAE1A-F9B7-48D7-90A7-E69CE31785A3}" presName="accentRepeatNode" presStyleLbl="solidFgAcc1" presStyleIdx="1" presStyleCnt="3"/>
      <dgm:spPr/>
    </dgm:pt>
    <dgm:pt modelId="{68612EE7-E741-344C-932A-53A34F324177}" type="pres">
      <dgm:prSet presAssocID="{700542C3-8AEA-4C27-8584-43E6CF604E1F}" presName="text_3" presStyleLbl="node1" presStyleIdx="2" presStyleCnt="3">
        <dgm:presLayoutVars>
          <dgm:bulletEnabled val="1"/>
        </dgm:presLayoutVars>
      </dgm:prSet>
      <dgm:spPr/>
    </dgm:pt>
    <dgm:pt modelId="{39963D88-C178-C744-AF12-6F81B111F840}" type="pres">
      <dgm:prSet presAssocID="{700542C3-8AEA-4C27-8584-43E6CF604E1F}" presName="accent_3" presStyleCnt="0"/>
      <dgm:spPr/>
    </dgm:pt>
    <dgm:pt modelId="{BD933512-8AC2-D244-B16B-5BECDD7C138B}" type="pres">
      <dgm:prSet presAssocID="{700542C3-8AEA-4C27-8584-43E6CF604E1F}" presName="accentRepeatNode" presStyleLbl="solidFgAcc1" presStyleIdx="2" presStyleCnt="3"/>
      <dgm:spPr/>
    </dgm:pt>
  </dgm:ptLst>
  <dgm:cxnLst>
    <dgm:cxn modelId="{1D0C3003-3009-3F4C-82AE-E556EE790E44}" type="presOf" srcId="{683AAE1A-F9B7-48D7-90A7-E69CE31785A3}" destId="{BEED42A9-3E21-9146-BF62-5CB43B43B982}" srcOrd="0" destOrd="0" presId="urn:microsoft.com/office/officeart/2008/layout/VerticalCurvedList"/>
    <dgm:cxn modelId="{4398EC22-5B5F-EA46-820C-21D217802A6F}" type="presOf" srcId="{C8E49A0C-94DD-47C5-9B8E-75CEE7EC2CEB}" destId="{E4A87509-75F4-6D44-A795-3D14AD66313C}" srcOrd="0" destOrd="0" presId="urn:microsoft.com/office/officeart/2008/layout/VerticalCurvedList"/>
    <dgm:cxn modelId="{A7014844-2143-3041-8CDA-4361C3546333}" type="presOf" srcId="{65E40681-3BA9-4DAB-B9A7-9A571C21F468}" destId="{37AEC9B5-E00C-394A-9CAD-273D8CCDD4E9}" srcOrd="0" destOrd="0" presId="urn:microsoft.com/office/officeart/2008/layout/VerticalCurvedList"/>
    <dgm:cxn modelId="{34C1A66C-C8D3-644E-9165-80B8AB36000C}" type="presOf" srcId="{E3752088-6172-4C93-95C3-09B5B10304FD}" destId="{F5B8B0A0-385A-BF42-9F13-853E2176F1AF}" srcOrd="0" destOrd="0" presId="urn:microsoft.com/office/officeart/2008/layout/VerticalCurvedList"/>
    <dgm:cxn modelId="{93476B55-CC65-AB46-AF5E-3CF7C3EF6442}" type="presOf" srcId="{700542C3-8AEA-4C27-8584-43E6CF604E1F}" destId="{68612EE7-E741-344C-932A-53A34F324177}" srcOrd="0" destOrd="0" presId="urn:microsoft.com/office/officeart/2008/layout/VerticalCurvedList"/>
    <dgm:cxn modelId="{DCEF4B7B-8F34-4A69-878B-47D627F5E3D4}" srcId="{E3752088-6172-4C93-95C3-09B5B10304FD}" destId="{C8E49A0C-94DD-47C5-9B8E-75CEE7EC2CEB}" srcOrd="0" destOrd="0" parTransId="{036FCD4A-C04B-4403-A616-5DD32A284E81}" sibTransId="{65E40681-3BA9-4DAB-B9A7-9A571C21F468}"/>
    <dgm:cxn modelId="{3F75A8D6-BACB-4EE5-A64A-73FFCC2B7FFC}" srcId="{E3752088-6172-4C93-95C3-09B5B10304FD}" destId="{683AAE1A-F9B7-48D7-90A7-E69CE31785A3}" srcOrd="1" destOrd="0" parTransId="{888F3C53-1B81-4584-A6B7-2F4A765BC5DF}" sibTransId="{E5FDEC46-A763-415D-9111-F4DCB5B51F2C}"/>
    <dgm:cxn modelId="{9091C3F8-2A2C-4074-82B6-0B718AE2A551}" srcId="{E3752088-6172-4C93-95C3-09B5B10304FD}" destId="{700542C3-8AEA-4C27-8584-43E6CF604E1F}" srcOrd="2" destOrd="0" parTransId="{04AA17A5-D782-4A65-A659-5D998D7EC199}" sibTransId="{BFBF9498-3706-448C-B9D8-23DCB6A190BD}"/>
    <dgm:cxn modelId="{26CC4A75-4BC7-4541-9761-159A99FB241F}" type="presParOf" srcId="{F5B8B0A0-385A-BF42-9F13-853E2176F1AF}" destId="{30FCC5C3-3A9C-5A42-B9EA-8EE8B37180D2}" srcOrd="0" destOrd="0" presId="urn:microsoft.com/office/officeart/2008/layout/VerticalCurvedList"/>
    <dgm:cxn modelId="{EBD1DDBC-2204-7F45-BCC8-DB08641BA71A}" type="presParOf" srcId="{30FCC5C3-3A9C-5A42-B9EA-8EE8B37180D2}" destId="{3F338A08-4AF6-B841-9536-B5457D778581}" srcOrd="0" destOrd="0" presId="urn:microsoft.com/office/officeart/2008/layout/VerticalCurvedList"/>
    <dgm:cxn modelId="{BA1EE4B2-B0ED-0F42-992F-063AF0785211}" type="presParOf" srcId="{3F338A08-4AF6-B841-9536-B5457D778581}" destId="{F888A8EB-8762-1442-AD78-445E61D1E690}" srcOrd="0" destOrd="0" presId="urn:microsoft.com/office/officeart/2008/layout/VerticalCurvedList"/>
    <dgm:cxn modelId="{FAA92B8E-07CB-6C45-9D1E-F91240EE8514}" type="presParOf" srcId="{3F338A08-4AF6-B841-9536-B5457D778581}" destId="{37AEC9B5-E00C-394A-9CAD-273D8CCDD4E9}" srcOrd="1" destOrd="0" presId="urn:microsoft.com/office/officeart/2008/layout/VerticalCurvedList"/>
    <dgm:cxn modelId="{DA016707-8F6F-8543-85B4-5CBBEA65639F}" type="presParOf" srcId="{3F338A08-4AF6-B841-9536-B5457D778581}" destId="{BAD0D57F-94C2-CD4D-A6FE-CA92675D6496}" srcOrd="2" destOrd="0" presId="urn:microsoft.com/office/officeart/2008/layout/VerticalCurvedList"/>
    <dgm:cxn modelId="{98E688E5-CC14-8F4F-8EBE-EE516EA6BB3D}" type="presParOf" srcId="{3F338A08-4AF6-B841-9536-B5457D778581}" destId="{992D6E5C-D621-BB40-BBB1-BE76DCCDE2BB}" srcOrd="3" destOrd="0" presId="urn:microsoft.com/office/officeart/2008/layout/VerticalCurvedList"/>
    <dgm:cxn modelId="{9C7CE74D-D918-FB4F-925A-498A884DAA71}" type="presParOf" srcId="{30FCC5C3-3A9C-5A42-B9EA-8EE8B37180D2}" destId="{E4A87509-75F4-6D44-A795-3D14AD66313C}" srcOrd="1" destOrd="0" presId="urn:microsoft.com/office/officeart/2008/layout/VerticalCurvedList"/>
    <dgm:cxn modelId="{F75BA7FC-5730-5F4D-A409-760126D40B9E}" type="presParOf" srcId="{30FCC5C3-3A9C-5A42-B9EA-8EE8B37180D2}" destId="{9B49F79A-A4E0-1646-AB38-E03A9215F74B}" srcOrd="2" destOrd="0" presId="urn:microsoft.com/office/officeart/2008/layout/VerticalCurvedList"/>
    <dgm:cxn modelId="{1DF6BE9D-506F-A147-87BF-3CDF3DE06966}" type="presParOf" srcId="{9B49F79A-A4E0-1646-AB38-E03A9215F74B}" destId="{06897AB5-69C6-7F4E-8CFB-9574AE469F99}" srcOrd="0" destOrd="0" presId="urn:microsoft.com/office/officeart/2008/layout/VerticalCurvedList"/>
    <dgm:cxn modelId="{8AF56B94-6646-B24E-9E61-5CBEF743A7D9}" type="presParOf" srcId="{30FCC5C3-3A9C-5A42-B9EA-8EE8B37180D2}" destId="{BEED42A9-3E21-9146-BF62-5CB43B43B982}" srcOrd="3" destOrd="0" presId="urn:microsoft.com/office/officeart/2008/layout/VerticalCurvedList"/>
    <dgm:cxn modelId="{47525DD0-7AE4-1D4C-AB05-76118A372F3E}" type="presParOf" srcId="{30FCC5C3-3A9C-5A42-B9EA-8EE8B37180D2}" destId="{4924B1B6-02FD-4747-8E96-64DB251E7387}" srcOrd="4" destOrd="0" presId="urn:microsoft.com/office/officeart/2008/layout/VerticalCurvedList"/>
    <dgm:cxn modelId="{E61415BE-BF08-F24E-91E3-E49001748377}" type="presParOf" srcId="{4924B1B6-02FD-4747-8E96-64DB251E7387}" destId="{A2612371-1D8E-AB4E-B2EB-6256B4F36196}" srcOrd="0" destOrd="0" presId="urn:microsoft.com/office/officeart/2008/layout/VerticalCurvedList"/>
    <dgm:cxn modelId="{52FD88C0-FE3F-B342-A192-0FACE2CE8422}" type="presParOf" srcId="{30FCC5C3-3A9C-5A42-B9EA-8EE8B37180D2}" destId="{68612EE7-E741-344C-932A-53A34F324177}" srcOrd="5" destOrd="0" presId="urn:microsoft.com/office/officeart/2008/layout/VerticalCurvedList"/>
    <dgm:cxn modelId="{549D61E8-2DF1-BE44-8C71-47E03F664C3C}" type="presParOf" srcId="{30FCC5C3-3A9C-5A42-B9EA-8EE8B37180D2}" destId="{39963D88-C178-C744-AF12-6F81B111F840}" srcOrd="6" destOrd="0" presId="urn:microsoft.com/office/officeart/2008/layout/VerticalCurvedList"/>
    <dgm:cxn modelId="{6CA1051D-7C28-A245-AAD8-93CC85A575FF}" type="presParOf" srcId="{39963D88-C178-C744-AF12-6F81B111F840}" destId="{BD933512-8AC2-D244-B16B-5BECDD7C138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C5B0E06-79F0-4C4C-BF89-53F4CBE420D3}" type="doc">
      <dgm:prSet loTypeId="urn:microsoft.com/office/officeart/2005/8/layout/hierarchy5" loCatId="hierarchy" qsTypeId="urn:microsoft.com/office/officeart/2005/8/quickstyle/simple1#6" qsCatId="simple" csTypeId="urn:microsoft.com/office/officeart/2005/8/colors/colorful1#6" csCatId="colorful" phldr="1"/>
      <dgm:spPr/>
      <dgm:t>
        <a:bodyPr/>
        <a:lstStyle/>
        <a:p>
          <a:endParaRPr lang="en-CA"/>
        </a:p>
      </dgm:t>
    </dgm:pt>
    <dgm:pt modelId="{E9B410C0-2273-492B-8985-5DD712E77B67}">
      <dgm:prSet phldrT="[Text]"/>
      <dgm:spPr/>
      <dgm:t>
        <a:bodyPr/>
        <a:lstStyle/>
        <a:p>
          <a:r>
            <a:rPr lang="en-US" dirty="0"/>
            <a:t>Your own machine - SSH</a:t>
          </a:r>
          <a:endParaRPr lang="en-CA" dirty="0"/>
        </a:p>
      </dgm:t>
    </dgm:pt>
    <dgm:pt modelId="{C1DC8F5E-B920-4AE0-AA33-3BD8888D2610}" type="parTrans" cxnId="{BC52C6F9-AD5F-48F8-B9B5-F2D7165D255A}">
      <dgm:prSet/>
      <dgm:spPr/>
      <dgm:t>
        <a:bodyPr/>
        <a:lstStyle/>
        <a:p>
          <a:endParaRPr lang="en-CA"/>
        </a:p>
      </dgm:t>
    </dgm:pt>
    <dgm:pt modelId="{CB78C784-D97F-494D-9317-8F55EEDAA998}" type="sibTrans" cxnId="{BC52C6F9-AD5F-48F8-B9B5-F2D7165D255A}">
      <dgm:prSet/>
      <dgm:spPr/>
      <dgm:t>
        <a:bodyPr/>
        <a:lstStyle/>
        <a:p>
          <a:endParaRPr lang="en-CA"/>
        </a:p>
      </dgm:t>
    </dgm:pt>
    <dgm:pt modelId="{44E8009B-F40A-4EEE-A871-8EC874A0E197}">
      <dgm:prSet phldrT="[Text]"/>
      <dgm:spPr/>
      <dgm:t>
        <a:bodyPr/>
        <a:lstStyle/>
        <a:p>
          <a:r>
            <a:rPr lang="en-US" dirty="0"/>
            <a:t>Long term Storage purposes</a:t>
          </a:r>
          <a:endParaRPr lang="en-CA" dirty="0"/>
        </a:p>
      </dgm:t>
    </dgm:pt>
    <dgm:pt modelId="{C8619FB5-7780-4635-8BD1-093AFA464B28}" type="parTrans" cxnId="{3659F32F-1A68-4614-874E-632EBFC2D769}">
      <dgm:prSet/>
      <dgm:spPr/>
      <dgm:t>
        <a:bodyPr/>
        <a:lstStyle/>
        <a:p>
          <a:endParaRPr lang="en-CA"/>
        </a:p>
      </dgm:t>
    </dgm:pt>
    <dgm:pt modelId="{5D3D9BAF-6F80-4BF0-97FB-9348BC87445A}" type="sibTrans" cxnId="{3659F32F-1A68-4614-874E-632EBFC2D769}">
      <dgm:prSet/>
      <dgm:spPr/>
      <dgm:t>
        <a:bodyPr/>
        <a:lstStyle/>
        <a:p>
          <a:endParaRPr lang="en-CA"/>
        </a:p>
      </dgm:t>
    </dgm:pt>
    <dgm:pt modelId="{31E9217A-93B1-4A89-91E8-05FC0379DED8}">
      <dgm:prSet phldrT="[Text]"/>
      <dgm:spPr/>
      <dgm:t>
        <a:bodyPr/>
        <a:lstStyle/>
        <a:p>
          <a:r>
            <a:rPr lang="en-US" dirty="0"/>
            <a:t>Nearline</a:t>
          </a:r>
          <a:endParaRPr lang="en-CA" dirty="0"/>
        </a:p>
      </dgm:t>
    </dgm:pt>
    <dgm:pt modelId="{7AF0C350-CD66-44B7-8BC9-4F59523D1918}" type="parTrans" cxnId="{613CF8B8-57D6-4B05-BE1B-D0800E99F3A6}">
      <dgm:prSet/>
      <dgm:spPr/>
      <dgm:t>
        <a:bodyPr/>
        <a:lstStyle/>
        <a:p>
          <a:endParaRPr lang="en-CA"/>
        </a:p>
      </dgm:t>
    </dgm:pt>
    <dgm:pt modelId="{9C104D4A-A402-49CA-AEB8-0FD91B5957BE}" type="sibTrans" cxnId="{613CF8B8-57D6-4B05-BE1B-D0800E99F3A6}">
      <dgm:prSet/>
      <dgm:spPr/>
      <dgm:t>
        <a:bodyPr/>
        <a:lstStyle/>
        <a:p>
          <a:endParaRPr lang="en-CA"/>
        </a:p>
      </dgm:t>
    </dgm:pt>
    <dgm:pt modelId="{BA5041A5-A584-4B44-83FC-8A73EF980347}">
      <dgm:prSet phldrT="[Text]"/>
      <dgm:spPr/>
      <dgm:t>
        <a:bodyPr/>
        <a:lstStyle/>
        <a:p>
          <a:r>
            <a:rPr lang="en-US" dirty="0"/>
            <a:t>Projects</a:t>
          </a:r>
          <a:endParaRPr lang="en-CA" dirty="0"/>
        </a:p>
      </dgm:t>
    </dgm:pt>
    <dgm:pt modelId="{92188678-ACE4-4566-AE49-2483D404FA21}" type="parTrans" cxnId="{E52B8F72-6809-4B46-BA50-96CAC30B7323}">
      <dgm:prSet/>
      <dgm:spPr/>
      <dgm:t>
        <a:bodyPr/>
        <a:lstStyle/>
        <a:p>
          <a:endParaRPr lang="en-CA"/>
        </a:p>
      </dgm:t>
    </dgm:pt>
    <dgm:pt modelId="{2B7FA8CA-FE5A-4FCE-B6E4-1FB3C7C903A8}" type="sibTrans" cxnId="{E52B8F72-6809-4B46-BA50-96CAC30B7323}">
      <dgm:prSet/>
      <dgm:spPr/>
      <dgm:t>
        <a:bodyPr/>
        <a:lstStyle/>
        <a:p>
          <a:endParaRPr lang="en-CA"/>
        </a:p>
      </dgm:t>
    </dgm:pt>
    <dgm:pt modelId="{6851458F-F23B-43ED-965C-05D02471AE62}">
      <dgm:prSet phldrT="[Text]"/>
      <dgm:spPr/>
      <dgm:t>
        <a:bodyPr/>
        <a:lstStyle/>
        <a:p>
          <a:r>
            <a:rPr lang="en-US" dirty="0"/>
            <a:t>Short term</a:t>
          </a:r>
          <a:endParaRPr lang="en-CA" dirty="0"/>
        </a:p>
      </dgm:t>
    </dgm:pt>
    <dgm:pt modelId="{05AC31ED-C203-408D-9C2A-0D556EFB701D}" type="parTrans" cxnId="{0A8D09AC-9ABF-4810-A05C-3294EDFB0ADA}">
      <dgm:prSet/>
      <dgm:spPr/>
      <dgm:t>
        <a:bodyPr/>
        <a:lstStyle/>
        <a:p>
          <a:endParaRPr lang="en-CA"/>
        </a:p>
      </dgm:t>
    </dgm:pt>
    <dgm:pt modelId="{61454B8C-99FE-49A9-BCBE-F3EFE9CE3660}" type="sibTrans" cxnId="{0A8D09AC-9ABF-4810-A05C-3294EDFB0ADA}">
      <dgm:prSet/>
      <dgm:spPr/>
      <dgm:t>
        <a:bodyPr/>
        <a:lstStyle/>
        <a:p>
          <a:endParaRPr lang="en-CA"/>
        </a:p>
      </dgm:t>
    </dgm:pt>
    <dgm:pt modelId="{4C933D45-EFD2-465B-9A75-ABED9DA9936D}">
      <dgm:prSet phldrT="[Text]"/>
      <dgm:spPr/>
      <dgm:t>
        <a:bodyPr/>
        <a:lstStyle/>
        <a:p>
          <a:r>
            <a:rPr lang="en-US" dirty="0"/>
            <a:t>Scratch</a:t>
          </a:r>
          <a:endParaRPr lang="en-CA" dirty="0"/>
        </a:p>
      </dgm:t>
    </dgm:pt>
    <dgm:pt modelId="{84F0DF5D-2F01-45BD-830D-080552C432BA}" type="parTrans" cxnId="{B85F27A9-05F1-40B9-BB27-107B7619206B}">
      <dgm:prSet/>
      <dgm:spPr/>
      <dgm:t>
        <a:bodyPr/>
        <a:lstStyle/>
        <a:p>
          <a:endParaRPr lang="en-CA"/>
        </a:p>
      </dgm:t>
    </dgm:pt>
    <dgm:pt modelId="{E7118A8E-1992-4E49-9C52-78FEBCF89651}" type="sibTrans" cxnId="{B85F27A9-05F1-40B9-BB27-107B7619206B}">
      <dgm:prSet/>
      <dgm:spPr/>
      <dgm:t>
        <a:bodyPr/>
        <a:lstStyle/>
        <a:p>
          <a:endParaRPr lang="en-CA"/>
        </a:p>
      </dgm:t>
    </dgm:pt>
    <dgm:pt modelId="{4E0364E6-126D-4BBE-B3D3-4C29AFDE3DC3}">
      <dgm:prSet phldrT="[Text]"/>
      <dgm:spPr/>
      <dgm:t>
        <a:bodyPr/>
        <a:lstStyle/>
        <a:p>
          <a:r>
            <a:rPr lang="en-US" dirty="0"/>
            <a:t>User side</a:t>
          </a:r>
          <a:endParaRPr lang="en-CA" dirty="0"/>
        </a:p>
      </dgm:t>
    </dgm:pt>
    <dgm:pt modelId="{41DF5CDD-59FB-4E63-9F25-735618732647}" type="parTrans" cxnId="{8EE0C683-08D5-4081-A05C-044A7C837C86}">
      <dgm:prSet/>
      <dgm:spPr/>
      <dgm:t>
        <a:bodyPr/>
        <a:lstStyle/>
        <a:p>
          <a:endParaRPr lang="en-CA"/>
        </a:p>
      </dgm:t>
    </dgm:pt>
    <dgm:pt modelId="{AEFD669A-016B-45F8-AB69-6B82F79D4753}" type="sibTrans" cxnId="{8EE0C683-08D5-4081-A05C-044A7C837C86}">
      <dgm:prSet/>
      <dgm:spPr/>
      <dgm:t>
        <a:bodyPr/>
        <a:lstStyle/>
        <a:p>
          <a:endParaRPr lang="en-CA"/>
        </a:p>
      </dgm:t>
    </dgm:pt>
    <dgm:pt modelId="{0F6F6D6D-7D2F-4537-92C7-B3C1BA7D2937}">
      <dgm:prSet phldrT="[Text]"/>
      <dgm:spPr/>
      <dgm:t>
        <a:bodyPr/>
        <a:lstStyle/>
        <a:p>
          <a:r>
            <a:rPr lang="en-US" dirty="0"/>
            <a:t>Cluster Login node (</a:t>
          </a:r>
          <a:r>
            <a:rPr lang="en-US" dirty="0" err="1"/>
            <a:t>Headnode</a:t>
          </a:r>
          <a:r>
            <a:rPr lang="en-US" dirty="0"/>
            <a:t>)</a:t>
          </a:r>
          <a:endParaRPr lang="en-CA" dirty="0"/>
        </a:p>
      </dgm:t>
    </dgm:pt>
    <dgm:pt modelId="{84051512-F37A-4417-A8AD-43D81F55D728}" type="parTrans" cxnId="{437759F2-1B16-4FAC-914D-B699567B3775}">
      <dgm:prSet/>
      <dgm:spPr/>
      <dgm:t>
        <a:bodyPr/>
        <a:lstStyle/>
        <a:p>
          <a:endParaRPr lang="en-CA"/>
        </a:p>
      </dgm:t>
    </dgm:pt>
    <dgm:pt modelId="{280BC8D2-CD82-4CD1-880C-F5DEFA2B2C96}" type="sibTrans" cxnId="{437759F2-1B16-4FAC-914D-B699567B3775}">
      <dgm:prSet/>
      <dgm:spPr/>
      <dgm:t>
        <a:bodyPr/>
        <a:lstStyle/>
        <a:p>
          <a:endParaRPr lang="en-CA"/>
        </a:p>
      </dgm:t>
    </dgm:pt>
    <dgm:pt modelId="{09485467-04CC-46A8-90F0-6E85912A4AC7}">
      <dgm:prSet phldrT="[Text]"/>
      <dgm:spPr/>
      <dgm:t>
        <a:bodyPr/>
        <a:lstStyle/>
        <a:p>
          <a:r>
            <a:rPr lang="en-US" dirty="0"/>
            <a:t>Cluster Storage types</a:t>
          </a:r>
          <a:endParaRPr lang="en-CA" dirty="0"/>
        </a:p>
      </dgm:t>
    </dgm:pt>
    <dgm:pt modelId="{FB24FF65-F97D-4ED9-A500-B53F38CBA7D4}" type="parTrans" cxnId="{CDF8831E-A11C-464B-85EC-56165EFF7DBA}">
      <dgm:prSet/>
      <dgm:spPr/>
      <dgm:t>
        <a:bodyPr/>
        <a:lstStyle/>
        <a:p>
          <a:endParaRPr lang="en-CA"/>
        </a:p>
      </dgm:t>
    </dgm:pt>
    <dgm:pt modelId="{2B1120DC-1A05-4996-A4DB-59EC17CE751B}" type="sibTrans" cxnId="{CDF8831E-A11C-464B-85EC-56165EFF7DBA}">
      <dgm:prSet/>
      <dgm:spPr/>
      <dgm:t>
        <a:bodyPr/>
        <a:lstStyle/>
        <a:p>
          <a:endParaRPr lang="en-CA"/>
        </a:p>
      </dgm:t>
    </dgm:pt>
    <dgm:pt modelId="{6E7F9489-122C-4CD7-BAB8-0D6C2C50FC98}" type="pres">
      <dgm:prSet presAssocID="{1C5B0E06-79F0-4C4C-BF89-53F4CBE420D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0791189-862F-4D51-A82C-33B6B6EDE0BA}" type="pres">
      <dgm:prSet presAssocID="{1C5B0E06-79F0-4C4C-BF89-53F4CBE420D3}" presName="hierFlow" presStyleCnt="0"/>
      <dgm:spPr/>
    </dgm:pt>
    <dgm:pt modelId="{DD7EC7EC-D410-433F-B667-2FAF6B59F8BE}" type="pres">
      <dgm:prSet presAssocID="{1C5B0E06-79F0-4C4C-BF89-53F4CBE420D3}" presName="firstBuf" presStyleCnt="0"/>
      <dgm:spPr/>
    </dgm:pt>
    <dgm:pt modelId="{79319165-508D-430D-8C4B-F8DB0AE11B50}" type="pres">
      <dgm:prSet presAssocID="{1C5B0E06-79F0-4C4C-BF89-53F4CBE420D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EF8A797-2CE5-4530-9D69-C449BB032A1F}" type="pres">
      <dgm:prSet presAssocID="{E9B410C0-2273-492B-8985-5DD712E77B67}" presName="Name17" presStyleCnt="0"/>
      <dgm:spPr/>
    </dgm:pt>
    <dgm:pt modelId="{49610F4E-07BA-4940-BBDB-2E11AF2BEFC5}" type="pres">
      <dgm:prSet presAssocID="{E9B410C0-2273-492B-8985-5DD712E77B67}" presName="level1Shape" presStyleLbl="node0" presStyleIdx="0" presStyleCnt="1">
        <dgm:presLayoutVars>
          <dgm:chPref val="3"/>
        </dgm:presLayoutVars>
      </dgm:prSet>
      <dgm:spPr/>
    </dgm:pt>
    <dgm:pt modelId="{6C650FAF-BB3C-4E17-B512-8262B6D1C6E6}" type="pres">
      <dgm:prSet presAssocID="{E9B410C0-2273-492B-8985-5DD712E77B67}" presName="hierChild2" presStyleCnt="0"/>
      <dgm:spPr/>
    </dgm:pt>
    <dgm:pt modelId="{99C9FF49-E88B-460D-A53B-465AA4B89430}" type="pres">
      <dgm:prSet presAssocID="{C8619FB5-7780-4635-8BD1-093AFA464B28}" presName="Name25" presStyleLbl="parChTrans1D2" presStyleIdx="0" presStyleCnt="2"/>
      <dgm:spPr/>
    </dgm:pt>
    <dgm:pt modelId="{EA2D88AA-A0B4-494C-B06E-76C310F8B6F8}" type="pres">
      <dgm:prSet presAssocID="{C8619FB5-7780-4635-8BD1-093AFA464B28}" presName="connTx" presStyleLbl="parChTrans1D2" presStyleIdx="0" presStyleCnt="2"/>
      <dgm:spPr/>
    </dgm:pt>
    <dgm:pt modelId="{ABBC6CF5-CA91-484F-B57C-69405C6B55C2}" type="pres">
      <dgm:prSet presAssocID="{44E8009B-F40A-4EEE-A871-8EC874A0E197}" presName="Name30" presStyleCnt="0"/>
      <dgm:spPr/>
    </dgm:pt>
    <dgm:pt modelId="{B2D07966-20B6-4B40-8A65-556C855EC923}" type="pres">
      <dgm:prSet presAssocID="{44E8009B-F40A-4EEE-A871-8EC874A0E197}" presName="level2Shape" presStyleLbl="node2" presStyleIdx="0" presStyleCnt="2"/>
      <dgm:spPr/>
    </dgm:pt>
    <dgm:pt modelId="{F0FD1646-868A-4075-956D-CD22B8D27FE7}" type="pres">
      <dgm:prSet presAssocID="{44E8009B-F40A-4EEE-A871-8EC874A0E197}" presName="hierChild3" presStyleCnt="0"/>
      <dgm:spPr/>
    </dgm:pt>
    <dgm:pt modelId="{A1A0201B-2BAB-4F96-A6C0-630FBD3D2BED}" type="pres">
      <dgm:prSet presAssocID="{7AF0C350-CD66-44B7-8BC9-4F59523D1918}" presName="Name25" presStyleLbl="parChTrans1D3" presStyleIdx="0" presStyleCnt="3"/>
      <dgm:spPr/>
    </dgm:pt>
    <dgm:pt modelId="{887C9F22-3B2F-4176-898A-82DD73AF2F5F}" type="pres">
      <dgm:prSet presAssocID="{7AF0C350-CD66-44B7-8BC9-4F59523D1918}" presName="connTx" presStyleLbl="parChTrans1D3" presStyleIdx="0" presStyleCnt="3"/>
      <dgm:spPr/>
    </dgm:pt>
    <dgm:pt modelId="{EDC0ACAE-7B68-4AEE-8710-A6EC3EB9E1F9}" type="pres">
      <dgm:prSet presAssocID="{31E9217A-93B1-4A89-91E8-05FC0379DED8}" presName="Name30" presStyleCnt="0"/>
      <dgm:spPr/>
    </dgm:pt>
    <dgm:pt modelId="{0229854B-E60F-4214-AB00-FF4D7B7DC27D}" type="pres">
      <dgm:prSet presAssocID="{31E9217A-93B1-4A89-91E8-05FC0379DED8}" presName="level2Shape" presStyleLbl="node3" presStyleIdx="0" presStyleCnt="3"/>
      <dgm:spPr/>
    </dgm:pt>
    <dgm:pt modelId="{12F9095F-F6DB-4817-90B7-658569D63403}" type="pres">
      <dgm:prSet presAssocID="{31E9217A-93B1-4A89-91E8-05FC0379DED8}" presName="hierChild3" presStyleCnt="0"/>
      <dgm:spPr/>
    </dgm:pt>
    <dgm:pt modelId="{F0A14C54-94CC-4BE6-9C95-BCF2CF85DF8D}" type="pres">
      <dgm:prSet presAssocID="{92188678-ACE4-4566-AE49-2483D404FA21}" presName="Name25" presStyleLbl="parChTrans1D3" presStyleIdx="1" presStyleCnt="3"/>
      <dgm:spPr/>
    </dgm:pt>
    <dgm:pt modelId="{8053BF5D-5AA7-4C73-8C41-5FC2DF964401}" type="pres">
      <dgm:prSet presAssocID="{92188678-ACE4-4566-AE49-2483D404FA21}" presName="connTx" presStyleLbl="parChTrans1D3" presStyleIdx="1" presStyleCnt="3"/>
      <dgm:spPr/>
    </dgm:pt>
    <dgm:pt modelId="{DAF1BF8E-94CC-4404-A7BF-F60AD99A7013}" type="pres">
      <dgm:prSet presAssocID="{BA5041A5-A584-4B44-83FC-8A73EF980347}" presName="Name30" presStyleCnt="0"/>
      <dgm:spPr/>
    </dgm:pt>
    <dgm:pt modelId="{37B9E942-C36E-4E6B-AFAA-A909B04C6AD1}" type="pres">
      <dgm:prSet presAssocID="{BA5041A5-A584-4B44-83FC-8A73EF980347}" presName="level2Shape" presStyleLbl="node3" presStyleIdx="1" presStyleCnt="3"/>
      <dgm:spPr/>
    </dgm:pt>
    <dgm:pt modelId="{1BF78A74-DF39-4F1C-8E1D-881F5F524CDC}" type="pres">
      <dgm:prSet presAssocID="{BA5041A5-A584-4B44-83FC-8A73EF980347}" presName="hierChild3" presStyleCnt="0"/>
      <dgm:spPr/>
    </dgm:pt>
    <dgm:pt modelId="{F11C62BF-5F79-4106-A118-E3D9737ECC21}" type="pres">
      <dgm:prSet presAssocID="{05AC31ED-C203-408D-9C2A-0D556EFB701D}" presName="Name25" presStyleLbl="parChTrans1D2" presStyleIdx="1" presStyleCnt="2"/>
      <dgm:spPr/>
    </dgm:pt>
    <dgm:pt modelId="{AB0562EE-E339-4F4D-BE2A-72967BDB5E25}" type="pres">
      <dgm:prSet presAssocID="{05AC31ED-C203-408D-9C2A-0D556EFB701D}" presName="connTx" presStyleLbl="parChTrans1D2" presStyleIdx="1" presStyleCnt="2"/>
      <dgm:spPr/>
    </dgm:pt>
    <dgm:pt modelId="{AE93FE1C-806B-4F1D-945E-CCB56F395B62}" type="pres">
      <dgm:prSet presAssocID="{6851458F-F23B-43ED-965C-05D02471AE62}" presName="Name30" presStyleCnt="0"/>
      <dgm:spPr/>
    </dgm:pt>
    <dgm:pt modelId="{5FCBA445-8F50-4EC5-81E1-3F095A9381E7}" type="pres">
      <dgm:prSet presAssocID="{6851458F-F23B-43ED-965C-05D02471AE62}" presName="level2Shape" presStyleLbl="node2" presStyleIdx="1" presStyleCnt="2"/>
      <dgm:spPr/>
    </dgm:pt>
    <dgm:pt modelId="{632DA451-0E7E-45CD-B55E-063602413295}" type="pres">
      <dgm:prSet presAssocID="{6851458F-F23B-43ED-965C-05D02471AE62}" presName="hierChild3" presStyleCnt="0"/>
      <dgm:spPr/>
    </dgm:pt>
    <dgm:pt modelId="{54299331-0F7E-4421-86EB-F165B5255043}" type="pres">
      <dgm:prSet presAssocID="{84F0DF5D-2F01-45BD-830D-080552C432BA}" presName="Name25" presStyleLbl="parChTrans1D3" presStyleIdx="2" presStyleCnt="3"/>
      <dgm:spPr/>
    </dgm:pt>
    <dgm:pt modelId="{5FFB6194-C4EB-4731-B49B-85F8A9B1EDA2}" type="pres">
      <dgm:prSet presAssocID="{84F0DF5D-2F01-45BD-830D-080552C432BA}" presName="connTx" presStyleLbl="parChTrans1D3" presStyleIdx="2" presStyleCnt="3"/>
      <dgm:spPr/>
    </dgm:pt>
    <dgm:pt modelId="{C6121424-2DDB-4061-9903-10A1DA0A711A}" type="pres">
      <dgm:prSet presAssocID="{4C933D45-EFD2-465B-9A75-ABED9DA9936D}" presName="Name30" presStyleCnt="0"/>
      <dgm:spPr/>
    </dgm:pt>
    <dgm:pt modelId="{B095683F-763A-4DA4-9061-ED6EA8386CEB}" type="pres">
      <dgm:prSet presAssocID="{4C933D45-EFD2-465B-9A75-ABED9DA9936D}" presName="level2Shape" presStyleLbl="node3" presStyleIdx="2" presStyleCnt="3"/>
      <dgm:spPr/>
    </dgm:pt>
    <dgm:pt modelId="{74F7DDC3-6FFA-4507-BB53-F70803A46529}" type="pres">
      <dgm:prSet presAssocID="{4C933D45-EFD2-465B-9A75-ABED9DA9936D}" presName="hierChild3" presStyleCnt="0"/>
      <dgm:spPr/>
    </dgm:pt>
    <dgm:pt modelId="{8D92520F-49C3-4145-A8F2-D2951669D452}" type="pres">
      <dgm:prSet presAssocID="{1C5B0E06-79F0-4C4C-BF89-53F4CBE420D3}" presName="bgShapesFlow" presStyleCnt="0"/>
      <dgm:spPr/>
    </dgm:pt>
    <dgm:pt modelId="{CFA55D4A-C0B0-44DB-948E-67453EA46D7B}" type="pres">
      <dgm:prSet presAssocID="{4E0364E6-126D-4BBE-B3D3-4C29AFDE3DC3}" presName="rectComp" presStyleCnt="0"/>
      <dgm:spPr/>
    </dgm:pt>
    <dgm:pt modelId="{DB6D3D4B-1E54-4740-A569-CD3A7E1C9DBE}" type="pres">
      <dgm:prSet presAssocID="{4E0364E6-126D-4BBE-B3D3-4C29AFDE3DC3}" presName="bgRect" presStyleLbl="bgShp" presStyleIdx="0" presStyleCnt="3"/>
      <dgm:spPr/>
    </dgm:pt>
    <dgm:pt modelId="{BD61B98A-361C-4DCC-99E4-3AE6AC3218EB}" type="pres">
      <dgm:prSet presAssocID="{4E0364E6-126D-4BBE-B3D3-4C29AFDE3DC3}" presName="bgRectTx" presStyleLbl="bgShp" presStyleIdx="0" presStyleCnt="3">
        <dgm:presLayoutVars>
          <dgm:bulletEnabled val="1"/>
        </dgm:presLayoutVars>
      </dgm:prSet>
      <dgm:spPr/>
    </dgm:pt>
    <dgm:pt modelId="{26555265-7071-4462-AC39-BF028DAE5899}" type="pres">
      <dgm:prSet presAssocID="{4E0364E6-126D-4BBE-B3D3-4C29AFDE3DC3}" presName="spComp" presStyleCnt="0"/>
      <dgm:spPr/>
    </dgm:pt>
    <dgm:pt modelId="{6DB804DC-02E6-4169-999F-AF338A7996CC}" type="pres">
      <dgm:prSet presAssocID="{4E0364E6-126D-4BBE-B3D3-4C29AFDE3DC3}" presName="hSp" presStyleCnt="0"/>
      <dgm:spPr/>
    </dgm:pt>
    <dgm:pt modelId="{DF5048D5-4E6A-4091-96B9-D750E9280CC3}" type="pres">
      <dgm:prSet presAssocID="{0F6F6D6D-7D2F-4537-92C7-B3C1BA7D2937}" presName="rectComp" presStyleCnt="0"/>
      <dgm:spPr/>
    </dgm:pt>
    <dgm:pt modelId="{C7FD4E8B-BC34-493F-8C39-4F8F962ECBA8}" type="pres">
      <dgm:prSet presAssocID="{0F6F6D6D-7D2F-4537-92C7-B3C1BA7D2937}" presName="bgRect" presStyleLbl="bgShp" presStyleIdx="1" presStyleCnt="3"/>
      <dgm:spPr/>
    </dgm:pt>
    <dgm:pt modelId="{775F0198-2C91-49C7-8380-8D1F5011F5B5}" type="pres">
      <dgm:prSet presAssocID="{0F6F6D6D-7D2F-4537-92C7-B3C1BA7D2937}" presName="bgRectTx" presStyleLbl="bgShp" presStyleIdx="1" presStyleCnt="3">
        <dgm:presLayoutVars>
          <dgm:bulletEnabled val="1"/>
        </dgm:presLayoutVars>
      </dgm:prSet>
      <dgm:spPr/>
    </dgm:pt>
    <dgm:pt modelId="{62A01501-1B83-454F-904C-896383E632D0}" type="pres">
      <dgm:prSet presAssocID="{0F6F6D6D-7D2F-4537-92C7-B3C1BA7D2937}" presName="spComp" presStyleCnt="0"/>
      <dgm:spPr/>
    </dgm:pt>
    <dgm:pt modelId="{F7C0E644-565B-4651-A260-E7A9614316B3}" type="pres">
      <dgm:prSet presAssocID="{0F6F6D6D-7D2F-4537-92C7-B3C1BA7D2937}" presName="hSp" presStyleCnt="0"/>
      <dgm:spPr/>
    </dgm:pt>
    <dgm:pt modelId="{487AFC9B-9514-4CCA-812F-49BE5AEEDCF9}" type="pres">
      <dgm:prSet presAssocID="{09485467-04CC-46A8-90F0-6E85912A4AC7}" presName="rectComp" presStyleCnt="0"/>
      <dgm:spPr/>
    </dgm:pt>
    <dgm:pt modelId="{9FE8C2E4-DE8E-48DB-831C-A76987CDB44B}" type="pres">
      <dgm:prSet presAssocID="{09485467-04CC-46A8-90F0-6E85912A4AC7}" presName="bgRect" presStyleLbl="bgShp" presStyleIdx="2" presStyleCnt="3"/>
      <dgm:spPr/>
    </dgm:pt>
    <dgm:pt modelId="{50134DED-B105-42EB-9D1F-C117F348E918}" type="pres">
      <dgm:prSet presAssocID="{09485467-04CC-46A8-90F0-6E85912A4AC7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BA78F601-39E1-4A13-A5C0-D9531BF1A9AE}" type="presOf" srcId="{0F6F6D6D-7D2F-4537-92C7-B3C1BA7D2937}" destId="{C7FD4E8B-BC34-493F-8C39-4F8F962ECBA8}" srcOrd="0" destOrd="0" presId="urn:microsoft.com/office/officeart/2005/8/layout/hierarchy5"/>
    <dgm:cxn modelId="{E1852802-0855-4AB9-A324-A7DF05CF9A56}" type="presOf" srcId="{1C5B0E06-79F0-4C4C-BF89-53F4CBE420D3}" destId="{6E7F9489-122C-4CD7-BAB8-0D6C2C50FC98}" srcOrd="0" destOrd="0" presId="urn:microsoft.com/office/officeart/2005/8/layout/hierarchy5"/>
    <dgm:cxn modelId="{180E4E0F-8845-40C0-9F66-F17F63BB2C5F}" type="presOf" srcId="{44E8009B-F40A-4EEE-A871-8EC874A0E197}" destId="{B2D07966-20B6-4B40-8A65-556C855EC923}" srcOrd="0" destOrd="0" presId="urn:microsoft.com/office/officeart/2005/8/layout/hierarchy5"/>
    <dgm:cxn modelId="{CDF8831E-A11C-464B-85EC-56165EFF7DBA}" srcId="{1C5B0E06-79F0-4C4C-BF89-53F4CBE420D3}" destId="{09485467-04CC-46A8-90F0-6E85912A4AC7}" srcOrd="3" destOrd="0" parTransId="{FB24FF65-F97D-4ED9-A500-B53F38CBA7D4}" sibTransId="{2B1120DC-1A05-4996-A4DB-59EC17CE751B}"/>
    <dgm:cxn modelId="{3659F32F-1A68-4614-874E-632EBFC2D769}" srcId="{E9B410C0-2273-492B-8985-5DD712E77B67}" destId="{44E8009B-F40A-4EEE-A871-8EC874A0E197}" srcOrd="0" destOrd="0" parTransId="{C8619FB5-7780-4635-8BD1-093AFA464B28}" sibTransId="{5D3D9BAF-6F80-4BF0-97FB-9348BC87445A}"/>
    <dgm:cxn modelId="{5CFF3337-E6E7-4B0F-82EA-569627CB8050}" type="presOf" srcId="{09485467-04CC-46A8-90F0-6E85912A4AC7}" destId="{9FE8C2E4-DE8E-48DB-831C-A76987CDB44B}" srcOrd="0" destOrd="0" presId="urn:microsoft.com/office/officeart/2005/8/layout/hierarchy5"/>
    <dgm:cxn modelId="{D14A673B-49E7-4940-A6DD-B850A089F9DB}" type="presOf" srcId="{4E0364E6-126D-4BBE-B3D3-4C29AFDE3DC3}" destId="{DB6D3D4B-1E54-4740-A569-CD3A7E1C9DBE}" srcOrd="0" destOrd="0" presId="urn:microsoft.com/office/officeart/2005/8/layout/hierarchy5"/>
    <dgm:cxn modelId="{2C51B741-66AE-4984-8D74-5CCAAABE8CC1}" type="presOf" srcId="{05AC31ED-C203-408D-9C2A-0D556EFB701D}" destId="{F11C62BF-5F79-4106-A118-E3D9737ECC21}" srcOrd="0" destOrd="0" presId="urn:microsoft.com/office/officeart/2005/8/layout/hierarchy5"/>
    <dgm:cxn modelId="{876CFC69-2018-4BEB-BC49-06482EAAFAA7}" type="presOf" srcId="{6851458F-F23B-43ED-965C-05D02471AE62}" destId="{5FCBA445-8F50-4EC5-81E1-3F095A9381E7}" srcOrd="0" destOrd="0" presId="urn:microsoft.com/office/officeart/2005/8/layout/hierarchy5"/>
    <dgm:cxn modelId="{E4B7C34F-112E-4936-A405-EAC97D0544BF}" type="presOf" srcId="{4E0364E6-126D-4BBE-B3D3-4C29AFDE3DC3}" destId="{BD61B98A-361C-4DCC-99E4-3AE6AC3218EB}" srcOrd="1" destOrd="0" presId="urn:microsoft.com/office/officeart/2005/8/layout/hierarchy5"/>
    <dgm:cxn modelId="{E52B8F72-6809-4B46-BA50-96CAC30B7323}" srcId="{44E8009B-F40A-4EEE-A871-8EC874A0E197}" destId="{BA5041A5-A584-4B44-83FC-8A73EF980347}" srcOrd="1" destOrd="0" parTransId="{92188678-ACE4-4566-AE49-2483D404FA21}" sibTransId="{2B7FA8CA-FE5A-4FCE-B6E4-1FB3C7C903A8}"/>
    <dgm:cxn modelId="{5EA57857-5BCB-489B-A9C8-4DFAA6893BC1}" type="presOf" srcId="{7AF0C350-CD66-44B7-8BC9-4F59523D1918}" destId="{887C9F22-3B2F-4176-898A-82DD73AF2F5F}" srcOrd="1" destOrd="0" presId="urn:microsoft.com/office/officeart/2005/8/layout/hierarchy5"/>
    <dgm:cxn modelId="{A675A682-66AC-4603-8328-B7D240CFAD4B}" type="presOf" srcId="{92188678-ACE4-4566-AE49-2483D404FA21}" destId="{F0A14C54-94CC-4BE6-9C95-BCF2CF85DF8D}" srcOrd="0" destOrd="0" presId="urn:microsoft.com/office/officeart/2005/8/layout/hierarchy5"/>
    <dgm:cxn modelId="{8EE0C683-08D5-4081-A05C-044A7C837C86}" srcId="{1C5B0E06-79F0-4C4C-BF89-53F4CBE420D3}" destId="{4E0364E6-126D-4BBE-B3D3-4C29AFDE3DC3}" srcOrd="1" destOrd="0" parTransId="{41DF5CDD-59FB-4E63-9F25-735618732647}" sibTransId="{AEFD669A-016B-45F8-AB69-6B82F79D4753}"/>
    <dgm:cxn modelId="{B8453C8B-FE8B-45AD-9437-ACEF9A080C22}" type="presOf" srcId="{BA5041A5-A584-4B44-83FC-8A73EF980347}" destId="{37B9E942-C36E-4E6B-AFAA-A909B04C6AD1}" srcOrd="0" destOrd="0" presId="urn:microsoft.com/office/officeart/2005/8/layout/hierarchy5"/>
    <dgm:cxn modelId="{0623CD8E-EB19-4609-9316-E0584EAFE2B1}" type="presOf" srcId="{92188678-ACE4-4566-AE49-2483D404FA21}" destId="{8053BF5D-5AA7-4C73-8C41-5FC2DF964401}" srcOrd="1" destOrd="0" presId="urn:microsoft.com/office/officeart/2005/8/layout/hierarchy5"/>
    <dgm:cxn modelId="{CE46D998-DABD-4E04-B842-E9B484502963}" type="presOf" srcId="{7AF0C350-CD66-44B7-8BC9-4F59523D1918}" destId="{A1A0201B-2BAB-4F96-A6C0-630FBD3D2BED}" srcOrd="0" destOrd="0" presId="urn:microsoft.com/office/officeart/2005/8/layout/hierarchy5"/>
    <dgm:cxn modelId="{B85F27A9-05F1-40B9-BB27-107B7619206B}" srcId="{6851458F-F23B-43ED-965C-05D02471AE62}" destId="{4C933D45-EFD2-465B-9A75-ABED9DA9936D}" srcOrd="0" destOrd="0" parTransId="{84F0DF5D-2F01-45BD-830D-080552C432BA}" sibTransId="{E7118A8E-1992-4E49-9C52-78FEBCF89651}"/>
    <dgm:cxn modelId="{00D972A9-27B7-43A3-867F-37CC3ECD170E}" type="presOf" srcId="{09485467-04CC-46A8-90F0-6E85912A4AC7}" destId="{50134DED-B105-42EB-9D1F-C117F348E918}" srcOrd="1" destOrd="0" presId="urn:microsoft.com/office/officeart/2005/8/layout/hierarchy5"/>
    <dgm:cxn modelId="{0A8D09AC-9ABF-4810-A05C-3294EDFB0ADA}" srcId="{E9B410C0-2273-492B-8985-5DD712E77B67}" destId="{6851458F-F23B-43ED-965C-05D02471AE62}" srcOrd="1" destOrd="0" parTransId="{05AC31ED-C203-408D-9C2A-0D556EFB701D}" sibTransId="{61454B8C-99FE-49A9-BCBE-F3EFE9CE3660}"/>
    <dgm:cxn modelId="{F03EA4B6-4B38-4957-99BE-176FA48972FA}" type="presOf" srcId="{05AC31ED-C203-408D-9C2A-0D556EFB701D}" destId="{AB0562EE-E339-4F4D-BE2A-72967BDB5E25}" srcOrd="1" destOrd="0" presId="urn:microsoft.com/office/officeart/2005/8/layout/hierarchy5"/>
    <dgm:cxn modelId="{613CF8B8-57D6-4B05-BE1B-D0800E99F3A6}" srcId="{44E8009B-F40A-4EEE-A871-8EC874A0E197}" destId="{31E9217A-93B1-4A89-91E8-05FC0379DED8}" srcOrd="0" destOrd="0" parTransId="{7AF0C350-CD66-44B7-8BC9-4F59523D1918}" sibTransId="{9C104D4A-A402-49CA-AEB8-0FD91B5957BE}"/>
    <dgm:cxn modelId="{8EB4C8C0-7935-49A8-9628-DB5014DD364B}" type="presOf" srcId="{84F0DF5D-2F01-45BD-830D-080552C432BA}" destId="{5FFB6194-C4EB-4731-B49B-85F8A9B1EDA2}" srcOrd="1" destOrd="0" presId="urn:microsoft.com/office/officeart/2005/8/layout/hierarchy5"/>
    <dgm:cxn modelId="{F10B5ECF-7AB7-446A-8E9C-A8BCB2437566}" type="presOf" srcId="{E9B410C0-2273-492B-8985-5DD712E77B67}" destId="{49610F4E-07BA-4940-BBDB-2E11AF2BEFC5}" srcOrd="0" destOrd="0" presId="urn:microsoft.com/office/officeart/2005/8/layout/hierarchy5"/>
    <dgm:cxn modelId="{7C60AFCF-DEAF-4AAE-8538-B6C9D0D4DBC8}" type="presOf" srcId="{84F0DF5D-2F01-45BD-830D-080552C432BA}" destId="{54299331-0F7E-4421-86EB-F165B5255043}" srcOrd="0" destOrd="0" presId="urn:microsoft.com/office/officeart/2005/8/layout/hierarchy5"/>
    <dgm:cxn modelId="{FCE676DF-DCA8-4610-9559-386442FBF8D1}" type="presOf" srcId="{4C933D45-EFD2-465B-9A75-ABED9DA9936D}" destId="{B095683F-763A-4DA4-9061-ED6EA8386CEB}" srcOrd="0" destOrd="0" presId="urn:microsoft.com/office/officeart/2005/8/layout/hierarchy5"/>
    <dgm:cxn modelId="{B30285E0-6356-43BB-B513-E750838F01BA}" type="presOf" srcId="{31E9217A-93B1-4A89-91E8-05FC0379DED8}" destId="{0229854B-E60F-4214-AB00-FF4D7B7DC27D}" srcOrd="0" destOrd="0" presId="urn:microsoft.com/office/officeart/2005/8/layout/hierarchy5"/>
    <dgm:cxn modelId="{534D6EEE-CF8F-4D60-9765-E1561DC740E5}" type="presOf" srcId="{C8619FB5-7780-4635-8BD1-093AFA464B28}" destId="{99C9FF49-E88B-460D-A53B-465AA4B89430}" srcOrd="0" destOrd="0" presId="urn:microsoft.com/office/officeart/2005/8/layout/hierarchy5"/>
    <dgm:cxn modelId="{437759F2-1B16-4FAC-914D-B699567B3775}" srcId="{1C5B0E06-79F0-4C4C-BF89-53F4CBE420D3}" destId="{0F6F6D6D-7D2F-4537-92C7-B3C1BA7D2937}" srcOrd="2" destOrd="0" parTransId="{84051512-F37A-4417-A8AD-43D81F55D728}" sibTransId="{280BC8D2-CD82-4CD1-880C-F5DEFA2B2C96}"/>
    <dgm:cxn modelId="{71BC83F8-8FF7-411F-9CDC-5FFC7367DC9F}" type="presOf" srcId="{C8619FB5-7780-4635-8BD1-093AFA464B28}" destId="{EA2D88AA-A0B4-494C-B06E-76C310F8B6F8}" srcOrd="1" destOrd="0" presId="urn:microsoft.com/office/officeart/2005/8/layout/hierarchy5"/>
    <dgm:cxn modelId="{BC52C6F9-AD5F-48F8-B9B5-F2D7165D255A}" srcId="{1C5B0E06-79F0-4C4C-BF89-53F4CBE420D3}" destId="{E9B410C0-2273-492B-8985-5DD712E77B67}" srcOrd="0" destOrd="0" parTransId="{C1DC8F5E-B920-4AE0-AA33-3BD8888D2610}" sibTransId="{CB78C784-D97F-494D-9317-8F55EEDAA998}"/>
    <dgm:cxn modelId="{661EE1FE-3A4A-4D59-B913-4C25EF8A890E}" type="presOf" srcId="{0F6F6D6D-7D2F-4537-92C7-B3C1BA7D2937}" destId="{775F0198-2C91-49C7-8380-8D1F5011F5B5}" srcOrd="1" destOrd="0" presId="urn:microsoft.com/office/officeart/2005/8/layout/hierarchy5"/>
    <dgm:cxn modelId="{E67B5C9D-E700-4885-8FA1-DF6A8E2B5322}" type="presParOf" srcId="{6E7F9489-122C-4CD7-BAB8-0D6C2C50FC98}" destId="{20791189-862F-4D51-A82C-33B6B6EDE0BA}" srcOrd="0" destOrd="0" presId="urn:microsoft.com/office/officeart/2005/8/layout/hierarchy5"/>
    <dgm:cxn modelId="{1C90D131-BA0A-4B3C-8AAB-F0B9298A508F}" type="presParOf" srcId="{20791189-862F-4D51-A82C-33B6B6EDE0BA}" destId="{DD7EC7EC-D410-433F-B667-2FAF6B59F8BE}" srcOrd="0" destOrd="0" presId="urn:microsoft.com/office/officeart/2005/8/layout/hierarchy5"/>
    <dgm:cxn modelId="{1201F5CB-AA3B-4A5C-97B2-08994C2A56B0}" type="presParOf" srcId="{20791189-862F-4D51-A82C-33B6B6EDE0BA}" destId="{79319165-508D-430D-8C4B-F8DB0AE11B50}" srcOrd="1" destOrd="0" presId="urn:microsoft.com/office/officeart/2005/8/layout/hierarchy5"/>
    <dgm:cxn modelId="{0AB03806-2549-4BF8-A194-3E489F925AB6}" type="presParOf" srcId="{79319165-508D-430D-8C4B-F8DB0AE11B50}" destId="{3EF8A797-2CE5-4530-9D69-C449BB032A1F}" srcOrd="0" destOrd="0" presId="urn:microsoft.com/office/officeart/2005/8/layout/hierarchy5"/>
    <dgm:cxn modelId="{AC560D8A-E253-44C2-9017-C3C7A3289E28}" type="presParOf" srcId="{3EF8A797-2CE5-4530-9D69-C449BB032A1F}" destId="{49610F4E-07BA-4940-BBDB-2E11AF2BEFC5}" srcOrd="0" destOrd="0" presId="urn:microsoft.com/office/officeart/2005/8/layout/hierarchy5"/>
    <dgm:cxn modelId="{77DBBD8B-6589-4957-A7F2-93F37B7B858C}" type="presParOf" srcId="{3EF8A797-2CE5-4530-9D69-C449BB032A1F}" destId="{6C650FAF-BB3C-4E17-B512-8262B6D1C6E6}" srcOrd="1" destOrd="0" presId="urn:microsoft.com/office/officeart/2005/8/layout/hierarchy5"/>
    <dgm:cxn modelId="{2556AEC2-8C84-4E34-BDBD-A082BD72D467}" type="presParOf" srcId="{6C650FAF-BB3C-4E17-B512-8262B6D1C6E6}" destId="{99C9FF49-E88B-460D-A53B-465AA4B89430}" srcOrd="0" destOrd="0" presId="urn:microsoft.com/office/officeart/2005/8/layout/hierarchy5"/>
    <dgm:cxn modelId="{DD8601AA-2B40-445D-A839-50014774E02B}" type="presParOf" srcId="{99C9FF49-E88B-460D-A53B-465AA4B89430}" destId="{EA2D88AA-A0B4-494C-B06E-76C310F8B6F8}" srcOrd="0" destOrd="0" presId="urn:microsoft.com/office/officeart/2005/8/layout/hierarchy5"/>
    <dgm:cxn modelId="{8DEABB43-926D-4CEF-ABD3-F46794BDB280}" type="presParOf" srcId="{6C650FAF-BB3C-4E17-B512-8262B6D1C6E6}" destId="{ABBC6CF5-CA91-484F-B57C-69405C6B55C2}" srcOrd="1" destOrd="0" presId="urn:microsoft.com/office/officeart/2005/8/layout/hierarchy5"/>
    <dgm:cxn modelId="{7D23AA41-5FD6-410B-9B3C-4F063E5C44CF}" type="presParOf" srcId="{ABBC6CF5-CA91-484F-B57C-69405C6B55C2}" destId="{B2D07966-20B6-4B40-8A65-556C855EC923}" srcOrd="0" destOrd="0" presId="urn:microsoft.com/office/officeart/2005/8/layout/hierarchy5"/>
    <dgm:cxn modelId="{6C54BE1A-3814-441D-8C98-CF870D95E5B9}" type="presParOf" srcId="{ABBC6CF5-CA91-484F-B57C-69405C6B55C2}" destId="{F0FD1646-868A-4075-956D-CD22B8D27FE7}" srcOrd="1" destOrd="0" presId="urn:microsoft.com/office/officeart/2005/8/layout/hierarchy5"/>
    <dgm:cxn modelId="{768CE158-39BB-44B5-BBBB-B2782FA1DEE3}" type="presParOf" srcId="{F0FD1646-868A-4075-956D-CD22B8D27FE7}" destId="{A1A0201B-2BAB-4F96-A6C0-630FBD3D2BED}" srcOrd="0" destOrd="0" presId="urn:microsoft.com/office/officeart/2005/8/layout/hierarchy5"/>
    <dgm:cxn modelId="{915C08DC-B87D-4FC3-B855-60AA66959682}" type="presParOf" srcId="{A1A0201B-2BAB-4F96-A6C0-630FBD3D2BED}" destId="{887C9F22-3B2F-4176-898A-82DD73AF2F5F}" srcOrd="0" destOrd="0" presId="urn:microsoft.com/office/officeart/2005/8/layout/hierarchy5"/>
    <dgm:cxn modelId="{B627DCC2-1AFC-4F00-A6A1-33DB0DFD5E6A}" type="presParOf" srcId="{F0FD1646-868A-4075-956D-CD22B8D27FE7}" destId="{EDC0ACAE-7B68-4AEE-8710-A6EC3EB9E1F9}" srcOrd="1" destOrd="0" presId="urn:microsoft.com/office/officeart/2005/8/layout/hierarchy5"/>
    <dgm:cxn modelId="{F7A91EEA-73B5-4648-B1C2-657D121A1C0A}" type="presParOf" srcId="{EDC0ACAE-7B68-4AEE-8710-A6EC3EB9E1F9}" destId="{0229854B-E60F-4214-AB00-FF4D7B7DC27D}" srcOrd="0" destOrd="0" presId="urn:microsoft.com/office/officeart/2005/8/layout/hierarchy5"/>
    <dgm:cxn modelId="{2899AADE-3A6D-47B6-9F7A-3EA9224071DF}" type="presParOf" srcId="{EDC0ACAE-7B68-4AEE-8710-A6EC3EB9E1F9}" destId="{12F9095F-F6DB-4817-90B7-658569D63403}" srcOrd="1" destOrd="0" presId="urn:microsoft.com/office/officeart/2005/8/layout/hierarchy5"/>
    <dgm:cxn modelId="{08CB6AA7-452F-4E6C-9F52-D4C75C158916}" type="presParOf" srcId="{F0FD1646-868A-4075-956D-CD22B8D27FE7}" destId="{F0A14C54-94CC-4BE6-9C95-BCF2CF85DF8D}" srcOrd="2" destOrd="0" presId="urn:microsoft.com/office/officeart/2005/8/layout/hierarchy5"/>
    <dgm:cxn modelId="{765BD3F3-7681-4FFE-9F6F-53ABE9F4CDD4}" type="presParOf" srcId="{F0A14C54-94CC-4BE6-9C95-BCF2CF85DF8D}" destId="{8053BF5D-5AA7-4C73-8C41-5FC2DF964401}" srcOrd="0" destOrd="0" presId="urn:microsoft.com/office/officeart/2005/8/layout/hierarchy5"/>
    <dgm:cxn modelId="{6C1464AC-19A0-4857-851E-6202161F6B1B}" type="presParOf" srcId="{F0FD1646-868A-4075-956D-CD22B8D27FE7}" destId="{DAF1BF8E-94CC-4404-A7BF-F60AD99A7013}" srcOrd="3" destOrd="0" presId="urn:microsoft.com/office/officeart/2005/8/layout/hierarchy5"/>
    <dgm:cxn modelId="{E3C358AA-2FB8-457E-9453-4238C3759168}" type="presParOf" srcId="{DAF1BF8E-94CC-4404-A7BF-F60AD99A7013}" destId="{37B9E942-C36E-4E6B-AFAA-A909B04C6AD1}" srcOrd="0" destOrd="0" presId="urn:microsoft.com/office/officeart/2005/8/layout/hierarchy5"/>
    <dgm:cxn modelId="{C0903480-8511-4B5E-8BF6-C108AA37EF6E}" type="presParOf" srcId="{DAF1BF8E-94CC-4404-A7BF-F60AD99A7013}" destId="{1BF78A74-DF39-4F1C-8E1D-881F5F524CDC}" srcOrd="1" destOrd="0" presId="urn:microsoft.com/office/officeart/2005/8/layout/hierarchy5"/>
    <dgm:cxn modelId="{528D715F-3188-4464-9FB9-B8A1A8B5BB9C}" type="presParOf" srcId="{6C650FAF-BB3C-4E17-B512-8262B6D1C6E6}" destId="{F11C62BF-5F79-4106-A118-E3D9737ECC21}" srcOrd="2" destOrd="0" presId="urn:microsoft.com/office/officeart/2005/8/layout/hierarchy5"/>
    <dgm:cxn modelId="{836BB8A0-3CC6-48FD-A981-F0919729B687}" type="presParOf" srcId="{F11C62BF-5F79-4106-A118-E3D9737ECC21}" destId="{AB0562EE-E339-4F4D-BE2A-72967BDB5E25}" srcOrd="0" destOrd="0" presId="urn:microsoft.com/office/officeart/2005/8/layout/hierarchy5"/>
    <dgm:cxn modelId="{75B472CA-4BB1-4424-8351-0B14E90D2A36}" type="presParOf" srcId="{6C650FAF-BB3C-4E17-B512-8262B6D1C6E6}" destId="{AE93FE1C-806B-4F1D-945E-CCB56F395B62}" srcOrd="3" destOrd="0" presId="urn:microsoft.com/office/officeart/2005/8/layout/hierarchy5"/>
    <dgm:cxn modelId="{0B05BC6B-03EC-4EA5-A430-400142D99741}" type="presParOf" srcId="{AE93FE1C-806B-4F1D-945E-CCB56F395B62}" destId="{5FCBA445-8F50-4EC5-81E1-3F095A9381E7}" srcOrd="0" destOrd="0" presId="urn:microsoft.com/office/officeart/2005/8/layout/hierarchy5"/>
    <dgm:cxn modelId="{D542A316-E5FF-423B-B932-22AE8C6BB3FF}" type="presParOf" srcId="{AE93FE1C-806B-4F1D-945E-CCB56F395B62}" destId="{632DA451-0E7E-45CD-B55E-063602413295}" srcOrd="1" destOrd="0" presId="urn:microsoft.com/office/officeart/2005/8/layout/hierarchy5"/>
    <dgm:cxn modelId="{4C7C9384-21A3-48EF-9F39-EE3C561D4C42}" type="presParOf" srcId="{632DA451-0E7E-45CD-B55E-063602413295}" destId="{54299331-0F7E-4421-86EB-F165B5255043}" srcOrd="0" destOrd="0" presId="urn:microsoft.com/office/officeart/2005/8/layout/hierarchy5"/>
    <dgm:cxn modelId="{2D58D0AA-329E-4AB8-8434-1604F8576860}" type="presParOf" srcId="{54299331-0F7E-4421-86EB-F165B5255043}" destId="{5FFB6194-C4EB-4731-B49B-85F8A9B1EDA2}" srcOrd="0" destOrd="0" presId="urn:microsoft.com/office/officeart/2005/8/layout/hierarchy5"/>
    <dgm:cxn modelId="{ECE8253C-ADD5-4417-AB9B-87D3C0E87C65}" type="presParOf" srcId="{632DA451-0E7E-45CD-B55E-063602413295}" destId="{C6121424-2DDB-4061-9903-10A1DA0A711A}" srcOrd="1" destOrd="0" presId="urn:microsoft.com/office/officeart/2005/8/layout/hierarchy5"/>
    <dgm:cxn modelId="{A05C2833-11B8-4A36-91D8-7A41798FFD1D}" type="presParOf" srcId="{C6121424-2DDB-4061-9903-10A1DA0A711A}" destId="{B095683F-763A-4DA4-9061-ED6EA8386CEB}" srcOrd="0" destOrd="0" presId="urn:microsoft.com/office/officeart/2005/8/layout/hierarchy5"/>
    <dgm:cxn modelId="{636D1BF2-FF28-4EDD-911C-07C85EA20BF4}" type="presParOf" srcId="{C6121424-2DDB-4061-9903-10A1DA0A711A}" destId="{74F7DDC3-6FFA-4507-BB53-F70803A46529}" srcOrd="1" destOrd="0" presId="urn:microsoft.com/office/officeart/2005/8/layout/hierarchy5"/>
    <dgm:cxn modelId="{66BF6EDC-9F00-4A69-8D3C-2D7B77D0D1AE}" type="presParOf" srcId="{6E7F9489-122C-4CD7-BAB8-0D6C2C50FC98}" destId="{8D92520F-49C3-4145-A8F2-D2951669D452}" srcOrd="1" destOrd="0" presId="urn:microsoft.com/office/officeart/2005/8/layout/hierarchy5"/>
    <dgm:cxn modelId="{A5ECDB44-B3EA-4AB8-9443-C367388D686A}" type="presParOf" srcId="{8D92520F-49C3-4145-A8F2-D2951669D452}" destId="{CFA55D4A-C0B0-44DB-948E-67453EA46D7B}" srcOrd="0" destOrd="0" presId="urn:microsoft.com/office/officeart/2005/8/layout/hierarchy5"/>
    <dgm:cxn modelId="{FF2D2D5B-8C52-4EE5-8F76-29C82A61CECB}" type="presParOf" srcId="{CFA55D4A-C0B0-44DB-948E-67453EA46D7B}" destId="{DB6D3D4B-1E54-4740-A569-CD3A7E1C9DBE}" srcOrd="0" destOrd="0" presId="urn:microsoft.com/office/officeart/2005/8/layout/hierarchy5"/>
    <dgm:cxn modelId="{D5572B89-44D2-4643-944E-2590F347FF4F}" type="presParOf" srcId="{CFA55D4A-C0B0-44DB-948E-67453EA46D7B}" destId="{BD61B98A-361C-4DCC-99E4-3AE6AC3218EB}" srcOrd="1" destOrd="0" presId="urn:microsoft.com/office/officeart/2005/8/layout/hierarchy5"/>
    <dgm:cxn modelId="{9A77B149-0113-438D-B74A-D28B9CCB5F17}" type="presParOf" srcId="{8D92520F-49C3-4145-A8F2-D2951669D452}" destId="{26555265-7071-4462-AC39-BF028DAE5899}" srcOrd="1" destOrd="0" presId="urn:microsoft.com/office/officeart/2005/8/layout/hierarchy5"/>
    <dgm:cxn modelId="{913EB11D-5F2F-49B8-B5A3-41E270251F0A}" type="presParOf" srcId="{26555265-7071-4462-AC39-BF028DAE5899}" destId="{6DB804DC-02E6-4169-999F-AF338A7996CC}" srcOrd="0" destOrd="0" presId="urn:microsoft.com/office/officeart/2005/8/layout/hierarchy5"/>
    <dgm:cxn modelId="{962E3A23-02EB-477A-BF76-A29A0BF66962}" type="presParOf" srcId="{8D92520F-49C3-4145-A8F2-D2951669D452}" destId="{DF5048D5-4E6A-4091-96B9-D750E9280CC3}" srcOrd="2" destOrd="0" presId="urn:microsoft.com/office/officeart/2005/8/layout/hierarchy5"/>
    <dgm:cxn modelId="{D4334671-80D4-439F-82B8-97FAEF999BC5}" type="presParOf" srcId="{DF5048D5-4E6A-4091-96B9-D750E9280CC3}" destId="{C7FD4E8B-BC34-493F-8C39-4F8F962ECBA8}" srcOrd="0" destOrd="0" presId="urn:microsoft.com/office/officeart/2005/8/layout/hierarchy5"/>
    <dgm:cxn modelId="{64889C92-D089-431A-B02E-0D980EF28055}" type="presParOf" srcId="{DF5048D5-4E6A-4091-96B9-D750E9280CC3}" destId="{775F0198-2C91-49C7-8380-8D1F5011F5B5}" srcOrd="1" destOrd="0" presId="urn:microsoft.com/office/officeart/2005/8/layout/hierarchy5"/>
    <dgm:cxn modelId="{858D6010-7653-4E2F-9977-AACDC78C6FAC}" type="presParOf" srcId="{8D92520F-49C3-4145-A8F2-D2951669D452}" destId="{62A01501-1B83-454F-904C-896383E632D0}" srcOrd="3" destOrd="0" presId="urn:microsoft.com/office/officeart/2005/8/layout/hierarchy5"/>
    <dgm:cxn modelId="{16535258-D643-46C5-9E2C-EC2ACDEEFCCA}" type="presParOf" srcId="{62A01501-1B83-454F-904C-896383E632D0}" destId="{F7C0E644-565B-4651-A260-E7A9614316B3}" srcOrd="0" destOrd="0" presId="urn:microsoft.com/office/officeart/2005/8/layout/hierarchy5"/>
    <dgm:cxn modelId="{AA8BEFF8-D6B6-4F33-88D4-CC9A796D9C47}" type="presParOf" srcId="{8D92520F-49C3-4145-A8F2-D2951669D452}" destId="{487AFC9B-9514-4CCA-812F-49BE5AEEDCF9}" srcOrd="4" destOrd="0" presId="urn:microsoft.com/office/officeart/2005/8/layout/hierarchy5"/>
    <dgm:cxn modelId="{85ED887E-5E63-4ADD-BAE7-16E716305CB4}" type="presParOf" srcId="{487AFC9B-9514-4CCA-812F-49BE5AEEDCF9}" destId="{9FE8C2E4-DE8E-48DB-831C-A76987CDB44B}" srcOrd="0" destOrd="0" presId="urn:microsoft.com/office/officeart/2005/8/layout/hierarchy5"/>
    <dgm:cxn modelId="{AAD9D6AB-187D-42AD-BC68-163E94742210}" type="presParOf" srcId="{487AFC9B-9514-4CCA-812F-49BE5AEEDCF9}" destId="{50134DED-B105-42EB-9D1F-C117F348E918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EC9B5-E00C-394A-9CAD-273D8CCDD4E9}">
      <dsp:nvSpPr>
        <dsp:cNvPr id="0" name=""/>
        <dsp:cNvSpPr/>
      </dsp:nvSpPr>
      <dsp:spPr>
        <a:xfrm>
          <a:off x="-5298263" y="-758148"/>
          <a:ext cx="6309030" cy="6309030"/>
        </a:xfrm>
        <a:prstGeom prst="blockArc">
          <a:avLst>
            <a:gd name="adj1" fmla="val 18900000"/>
            <a:gd name="adj2" fmla="val 2700000"/>
            <a:gd name="adj3" fmla="val 342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87509-75F4-6D44-A795-3D14AD66313C}">
      <dsp:nvSpPr>
        <dsp:cNvPr id="0" name=""/>
        <dsp:cNvSpPr/>
      </dsp:nvSpPr>
      <dsp:spPr>
        <a:xfrm>
          <a:off x="529194" y="413548"/>
          <a:ext cx="3154738" cy="7209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UNIX operating system</a:t>
          </a:r>
        </a:p>
      </dsp:txBody>
      <dsp:txXfrm>
        <a:off x="529194" y="413548"/>
        <a:ext cx="3154738" cy="720922"/>
      </dsp:txXfrm>
    </dsp:sp>
    <dsp:sp modelId="{06897AB5-69C6-7F4E-8CFB-9574AE469F99}">
      <dsp:nvSpPr>
        <dsp:cNvPr id="0" name=""/>
        <dsp:cNvSpPr/>
      </dsp:nvSpPr>
      <dsp:spPr>
        <a:xfrm>
          <a:off x="78618" y="323433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D42A9-3E21-9146-BF62-5CB43B43B982}">
      <dsp:nvSpPr>
        <dsp:cNvPr id="0" name=""/>
        <dsp:cNvSpPr/>
      </dsp:nvSpPr>
      <dsp:spPr>
        <a:xfrm>
          <a:off x="942516" y="1495119"/>
          <a:ext cx="2741417" cy="7209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File system structure</a:t>
          </a:r>
        </a:p>
      </dsp:txBody>
      <dsp:txXfrm>
        <a:off x="942516" y="1495119"/>
        <a:ext cx="2741417" cy="720922"/>
      </dsp:txXfrm>
    </dsp:sp>
    <dsp:sp modelId="{A2612371-1D8E-AB4E-B2EB-6256B4F36196}">
      <dsp:nvSpPr>
        <dsp:cNvPr id="0" name=""/>
        <dsp:cNvSpPr/>
      </dsp:nvSpPr>
      <dsp:spPr>
        <a:xfrm>
          <a:off x="491939" y="1405004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12EE7-E741-344C-932A-53A34F324177}">
      <dsp:nvSpPr>
        <dsp:cNvPr id="0" name=""/>
        <dsp:cNvSpPr/>
      </dsp:nvSpPr>
      <dsp:spPr>
        <a:xfrm>
          <a:off x="942516" y="2576690"/>
          <a:ext cx="2741417" cy="72092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File management </a:t>
          </a:r>
        </a:p>
      </dsp:txBody>
      <dsp:txXfrm>
        <a:off x="942516" y="2576690"/>
        <a:ext cx="2741417" cy="720922"/>
      </dsp:txXfrm>
    </dsp:sp>
    <dsp:sp modelId="{BD933512-8AC2-D244-B16B-5BECDD7C138B}">
      <dsp:nvSpPr>
        <dsp:cNvPr id="0" name=""/>
        <dsp:cNvSpPr/>
      </dsp:nvSpPr>
      <dsp:spPr>
        <a:xfrm>
          <a:off x="491939" y="2486575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BA85A-913C-F442-ABFA-D7797569C0CA}">
      <dsp:nvSpPr>
        <dsp:cNvPr id="0" name=""/>
        <dsp:cNvSpPr/>
      </dsp:nvSpPr>
      <dsp:spPr>
        <a:xfrm>
          <a:off x="529194" y="3658262"/>
          <a:ext cx="3154738" cy="72092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Basic commands</a:t>
          </a:r>
        </a:p>
      </dsp:txBody>
      <dsp:txXfrm>
        <a:off x="529194" y="3658262"/>
        <a:ext cx="3154738" cy="720922"/>
      </dsp:txXfrm>
    </dsp:sp>
    <dsp:sp modelId="{B8CB90A0-E06C-B347-A4A2-C98ADDF48DA6}">
      <dsp:nvSpPr>
        <dsp:cNvPr id="0" name=""/>
        <dsp:cNvSpPr/>
      </dsp:nvSpPr>
      <dsp:spPr>
        <a:xfrm>
          <a:off x="78618" y="3568146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9DE42C-75AE-6142-BF0F-42C095A1D810}">
      <dsp:nvSpPr>
        <dsp:cNvPr id="0" name=""/>
        <dsp:cNvSpPr/>
      </dsp:nvSpPr>
      <dsp:spPr>
        <a:xfrm>
          <a:off x="979021" y="2215768"/>
          <a:ext cx="1359463" cy="22471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2247195"/>
              </a:lnTo>
              <a:lnTo>
                <a:pt x="1359463" y="22471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593092" y="3273705"/>
        <a:ext cx="131320" cy="131320"/>
      </dsp:txXfrm>
    </dsp:sp>
    <dsp:sp modelId="{24A93EFA-2091-6246-84DB-F0B6A5D82B20}">
      <dsp:nvSpPr>
        <dsp:cNvPr id="0" name=""/>
        <dsp:cNvSpPr/>
      </dsp:nvSpPr>
      <dsp:spPr>
        <a:xfrm>
          <a:off x="979021" y="2215768"/>
          <a:ext cx="1359463" cy="1745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1745801"/>
              </a:lnTo>
              <a:lnTo>
                <a:pt x="1359463" y="174580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603435" y="3033351"/>
        <a:ext cx="110634" cy="110634"/>
      </dsp:txXfrm>
    </dsp:sp>
    <dsp:sp modelId="{4BB4948C-5A27-1149-A188-FC6941AF0F37}">
      <dsp:nvSpPr>
        <dsp:cNvPr id="0" name=""/>
        <dsp:cNvSpPr/>
      </dsp:nvSpPr>
      <dsp:spPr>
        <a:xfrm>
          <a:off x="3654142" y="3414455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9130" y="3453597"/>
        <a:ext cx="13156" cy="13156"/>
      </dsp:txXfrm>
    </dsp:sp>
    <dsp:sp modelId="{B94DC295-8E37-2949-B877-7E0BCF465191}">
      <dsp:nvSpPr>
        <dsp:cNvPr id="0" name=""/>
        <dsp:cNvSpPr/>
      </dsp:nvSpPr>
      <dsp:spPr>
        <a:xfrm>
          <a:off x="979021" y="2215768"/>
          <a:ext cx="1359463" cy="1244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1244407"/>
              </a:lnTo>
              <a:lnTo>
                <a:pt x="1359463" y="124440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12677" y="2791896"/>
        <a:ext cx="92150" cy="92150"/>
      </dsp:txXfrm>
    </dsp:sp>
    <dsp:sp modelId="{5436B8B9-E78F-E941-A5A6-C0E3D327F3C8}">
      <dsp:nvSpPr>
        <dsp:cNvPr id="0" name=""/>
        <dsp:cNvSpPr/>
      </dsp:nvSpPr>
      <dsp:spPr>
        <a:xfrm>
          <a:off x="3654142" y="2913061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9130" y="2952203"/>
        <a:ext cx="13156" cy="13156"/>
      </dsp:txXfrm>
    </dsp:sp>
    <dsp:sp modelId="{BA1D96F1-0C11-734A-BEAF-D12689251123}">
      <dsp:nvSpPr>
        <dsp:cNvPr id="0" name=""/>
        <dsp:cNvSpPr/>
      </dsp:nvSpPr>
      <dsp:spPr>
        <a:xfrm>
          <a:off x="979021" y="2215768"/>
          <a:ext cx="1359463" cy="7430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743013"/>
              </a:lnTo>
              <a:lnTo>
                <a:pt x="1359463" y="74301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0021" y="2548543"/>
        <a:ext cx="77463" cy="77463"/>
      </dsp:txXfrm>
    </dsp:sp>
    <dsp:sp modelId="{0511D343-6CEB-2942-AD87-61296962961A}">
      <dsp:nvSpPr>
        <dsp:cNvPr id="0" name=""/>
        <dsp:cNvSpPr/>
      </dsp:nvSpPr>
      <dsp:spPr>
        <a:xfrm>
          <a:off x="979021" y="2215768"/>
          <a:ext cx="1359463" cy="241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241619"/>
              </a:lnTo>
              <a:lnTo>
                <a:pt x="1359463" y="24161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4233" y="2302058"/>
        <a:ext cx="69038" cy="69038"/>
      </dsp:txXfrm>
    </dsp:sp>
    <dsp:sp modelId="{84D67AE3-C3A8-BD41-AE02-E95CC06C1CD5}">
      <dsp:nvSpPr>
        <dsp:cNvPr id="0" name=""/>
        <dsp:cNvSpPr/>
      </dsp:nvSpPr>
      <dsp:spPr>
        <a:xfrm>
          <a:off x="5232932" y="2160970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7920" y="2200112"/>
        <a:ext cx="13156" cy="13156"/>
      </dsp:txXfrm>
    </dsp:sp>
    <dsp:sp modelId="{B8926198-A600-1846-8B62-4903F997848A}">
      <dsp:nvSpPr>
        <dsp:cNvPr id="0" name=""/>
        <dsp:cNvSpPr/>
      </dsp:nvSpPr>
      <dsp:spPr>
        <a:xfrm>
          <a:off x="3654142" y="1955993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2072256"/>
        <a:ext cx="18171" cy="18171"/>
      </dsp:txXfrm>
    </dsp:sp>
    <dsp:sp modelId="{35BE73E4-CA0E-854A-8D67-82ECD3E1163F}">
      <dsp:nvSpPr>
        <dsp:cNvPr id="0" name=""/>
        <dsp:cNvSpPr/>
      </dsp:nvSpPr>
      <dsp:spPr>
        <a:xfrm>
          <a:off x="6811722" y="1705296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34202" y="1821558"/>
        <a:ext cx="18171" cy="18171"/>
      </dsp:txXfrm>
    </dsp:sp>
    <dsp:sp modelId="{92581162-A142-EE49-A880-026DD04C2FB3}">
      <dsp:nvSpPr>
        <dsp:cNvPr id="0" name=""/>
        <dsp:cNvSpPr/>
      </dsp:nvSpPr>
      <dsp:spPr>
        <a:xfrm>
          <a:off x="6811722" y="1454599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34202" y="1570861"/>
        <a:ext cx="18171" cy="18171"/>
      </dsp:txXfrm>
    </dsp:sp>
    <dsp:sp modelId="{D71C3B3E-7A24-564C-87B2-A68960BC3847}">
      <dsp:nvSpPr>
        <dsp:cNvPr id="0" name=""/>
        <dsp:cNvSpPr/>
      </dsp:nvSpPr>
      <dsp:spPr>
        <a:xfrm>
          <a:off x="5232932" y="1659576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7920" y="1698718"/>
        <a:ext cx="13156" cy="13156"/>
      </dsp:txXfrm>
    </dsp:sp>
    <dsp:sp modelId="{A33BA428-394B-604E-90B6-26F883E5FA80}">
      <dsp:nvSpPr>
        <dsp:cNvPr id="0" name=""/>
        <dsp:cNvSpPr/>
      </dsp:nvSpPr>
      <dsp:spPr>
        <a:xfrm>
          <a:off x="3654142" y="1705296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1821558"/>
        <a:ext cx="18171" cy="18171"/>
      </dsp:txXfrm>
    </dsp:sp>
    <dsp:sp modelId="{71FCE1B8-CB1A-6249-A827-6617C0C7F840}">
      <dsp:nvSpPr>
        <dsp:cNvPr id="0" name=""/>
        <dsp:cNvSpPr/>
      </dsp:nvSpPr>
      <dsp:spPr>
        <a:xfrm>
          <a:off x="979021" y="1955993"/>
          <a:ext cx="1359463" cy="259774"/>
        </a:xfrm>
        <a:custGeom>
          <a:avLst/>
          <a:gdLst/>
          <a:ahLst/>
          <a:cxnLst/>
          <a:rect l="0" t="0" r="0" b="0"/>
          <a:pathLst>
            <a:path>
              <a:moveTo>
                <a:pt x="0" y="259774"/>
              </a:moveTo>
              <a:lnTo>
                <a:pt x="679731" y="259774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4151" y="2051279"/>
        <a:ext cx="69203" cy="69203"/>
      </dsp:txXfrm>
    </dsp:sp>
    <dsp:sp modelId="{AD423102-A7A7-F542-B528-C134DF96460E}">
      <dsp:nvSpPr>
        <dsp:cNvPr id="0" name=""/>
        <dsp:cNvSpPr/>
      </dsp:nvSpPr>
      <dsp:spPr>
        <a:xfrm>
          <a:off x="979021" y="1454599"/>
          <a:ext cx="1359463" cy="761168"/>
        </a:xfrm>
        <a:custGeom>
          <a:avLst/>
          <a:gdLst/>
          <a:ahLst/>
          <a:cxnLst/>
          <a:rect l="0" t="0" r="0" b="0"/>
          <a:pathLst>
            <a:path>
              <a:moveTo>
                <a:pt x="0" y="761168"/>
              </a:moveTo>
              <a:lnTo>
                <a:pt x="679731" y="761168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19801" y="1796232"/>
        <a:ext cx="77902" cy="77902"/>
      </dsp:txXfrm>
    </dsp:sp>
    <dsp:sp modelId="{21A82980-AABF-024D-AC86-EF2C68D44AFE}">
      <dsp:nvSpPr>
        <dsp:cNvPr id="0" name=""/>
        <dsp:cNvSpPr/>
      </dsp:nvSpPr>
      <dsp:spPr>
        <a:xfrm>
          <a:off x="979021" y="953205"/>
          <a:ext cx="1359463" cy="1262563"/>
        </a:xfrm>
        <a:custGeom>
          <a:avLst/>
          <a:gdLst/>
          <a:ahLst/>
          <a:cxnLst/>
          <a:rect l="0" t="0" r="0" b="0"/>
          <a:pathLst>
            <a:path>
              <a:moveTo>
                <a:pt x="0" y="1262563"/>
              </a:moveTo>
              <a:lnTo>
                <a:pt x="679731" y="1262563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12369" y="1538103"/>
        <a:ext cx="92765" cy="92765"/>
      </dsp:txXfrm>
    </dsp:sp>
    <dsp:sp modelId="{BE4FD910-700B-0E4F-8825-CEC9AD756DB7}">
      <dsp:nvSpPr>
        <dsp:cNvPr id="0" name=""/>
        <dsp:cNvSpPr/>
      </dsp:nvSpPr>
      <dsp:spPr>
        <a:xfrm>
          <a:off x="3654142" y="451811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568073"/>
        <a:ext cx="18171" cy="18171"/>
      </dsp:txXfrm>
    </dsp:sp>
    <dsp:sp modelId="{3574AC01-5F84-5D48-835D-161B5A53191C}">
      <dsp:nvSpPr>
        <dsp:cNvPr id="0" name=""/>
        <dsp:cNvSpPr/>
      </dsp:nvSpPr>
      <dsp:spPr>
        <a:xfrm>
          <a:off x="3654142" y="201114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317376"/>
        <a:ext cx="18171" cy="18171"/>
      </dsp:txXfrm>
    </dsp:sp>
    <dsp:sp modelId="{9F361AF5-2D13-2340-A40F-960A6FDAC804}">
      <dsp:nvSpPr>
        <dsp:cNvPr id="0" name=""/>
        <dsp:cNvSpPr/>
      </dsp:nvSpPr>
      <dsp:spPr>
        <a:xfrm>
          <a:off x="979021" y="451811"/>
          <a:ext cx="1359463" cy="1763957"/>
        </a:xfrm>
        <a:custGeom>
          <a:avLst/>
          <a:gdLst/>
          <a:ahLst/>
          <a:cxnLst/>
          <a:rect l="0" t="0" r="0" b="0"/>
          <a:pathLst>
            <a:path>
              <a:moveTo>
                <a:pt x="0" y="1763957"/>
              </a:moveTo>
              <a:lnTo>
                <a:pt x="679731" y="1763957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603077" y="1278113"/>
        <a:ext cx="111351" cy="111351"/>
      </dsp:txXfrm>
    </dsp:sp>
    <dsp:sp modelId="{A564D956-CA21-0345-AC35-E07FC12F984F}">
      <dsp:nvSpPr>
        <dsp:cNvPr id="0" name=""/>
        <dsp:cNvSpPr/>
      </dsp:nvSpPr>
      <dsp:spPr>
        <a:xfrm rot="10800000">
          <a:off x="506454" y="2015210"/>
          <a:ext cx="544017" cy="4011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/</a:t>
          </a:r>
        </a:p>
      </dsp:txBody>
      <dsp:txXfrm>
        <a:off x="506454" y="2015210"/>
        <a:ext cx="544017" cy="401115"/>
      </dsp:txXfrm>
    </dsp:sp>
    <dsp:sp modelId="{FA5933FB-57ED-6643-9CDF-9582BF363E5C}">
      <dsp:nvSpPr>
        <dsp:cNvPr id="0" name=""/>
        <dsp:cNvSpPr/>
      </dsp:nvSpPr>
      <dsp:spPr>
        <a:xfrm>
          <a:off x="2338484" y="251253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bin</a:t>
          </a:r>
        </a:p>
      </dsp:txBody>
      <dsp:txXfrm>
        <a:off x="2338484" y="251253"/>
        <a:ext cx="1315658" cy="401115"/>
      </dsp:txXfrm>
    </dsp:sp>
    <dsp:sp modelId="{73BC6A3D-C455-4C44-AA56-0547151B4E31}">
      <dsp:nvSpPr>
        <dsp:cNvPr id="0" name=""/>
        <dsp:cNvSpPr/>
      </dsp:nvSpPr>
      <dsp:spPr>
        <a:xfrm>
          <a:off x="3917274" y="556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cp</a:t>
          </a:r>
        </a:p>
      </dsp:txBody>
      <dsp:txXfrm>
        <a:off x="3917274" y="556"/>
        <a:ext cx="1315658" cy="401115"/>
      </dsp:txXfrm>
    </dsp:sp>
    <dsp:sp modelId="{4F20C035-B0E0-9542-8C8D-D995D4F5C23D}">
      <dsp:nvSpPr>
        <dsp:cNvPr id="0" name=""/>
        <dsp:cNvSpPr/>
      </dsp:nvSpPr>
      <dsp:spPr>
        <a:xfrm>
          <a:off x="3917274" y="501950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ls</a:t>
          </a:r>
        </a:p>
      </dsp:txBody>
      <dsp:txXfrm>
        <a:off x="3917274" y="501950"/>
        <a:ext cx="1315658" cy="401115"/>
      </dsp:txXfrm>
    </dsp:sp>
    <dsp:sp modelId="{16860075-F7A7-CE45-9639-3D34B7AFAE8D}">
      <dsp:nvSpPr>
        <dsp:cNvPr id="0" name=""/>
        <dsp:cNvSpPr/>
      </dsp:nvSpPr>
      <dsp:spPr>
        <a:xfrm>
          <a:off x="2338484" y="752647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dev</a:t>
          </a:r>
        </a:p>
      </dsp:txBody>
      <dsp:txXfrm>
        <a:off x="2338484" y="752647"/>
        <a:ext cx="1315658" cy="401115"/>
      </dsp:txXfrm>
    </dsp:sp>
    <dsp:sp modelId="{823C4A3C-3323-E64B-BEE7-721F80271C1D}">
      <dsp:nvSpPr>
        <dsp:cNvPr id="0" name=""/>
        <dsp:cNvSpPr/>
      </dsp:nvSpPr>
      <dsp:spPr>
        <a:xfrm>
          <a:off x="2338484" y="1254041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etc</a:t>
          </a:r>
        </a:p>
      </dsp:txBody>
      <dsp:txXfrm>
        <a:off x="2338484" y="1254041"/>
        <a:ext cx="1315658" cy="401115"/>
      </dsp:txXfrm>
    </dsp:sp>
    <dsp:sp modelId="{12491220-3066-804B-8988-FB30C17CEEF8}">
      <dsp:nvSpPr>
        <dsp:cNvPr id="0" name=""/>
        <dsp:cNvSpPr/>
      </dsp:nvSpPr>
      <dsp:spPr>
        <a:xfrm>
          <a:off x="2338484" y="1755435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home</a:t>
          </a:r>
        </a:p>
      </dsp:txBody>
      <dsp:txXfrm>
        <a:off x="2338484" y="1755435"/>
        <a:ext cx="1315658" cy="401115"/>
      </dsp:txXfrm>
    </dsp:sp>
    <dsp:sp modelId="{2DB7F016-B818-224A-A420-E2D5974EE4D4}">
      <dsp:nvSpPr>
        <dsp:cNvPr id="0" name=""/>
        <dsp:cNvSpPr/>
      </dsp:nvSpPr>
      <dsp:spPr>
        <a:xfrm>
          <a:off x="3917274" y="1504738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larisams</a:t>
          </a:r>
        </a:p>
      </dsp:txBody>
      <dsp:txXfrm>
        <a:off x="3917274" y="1504738"/>
        <a:ext cx="1315658" cy="401115"/>
      </dsp:txXfrm>
    </dsp:sp>
    <dsp:sp modelId="{D596AF2A-3EF2-3F42-8CC6-6F4D70E7D386}">
      <dsp:nvSpPr>
        <dsp:cNvPr id="0" name=""/>
        <dsp:cNvSpPr/>
      </dsp:nvSpPr>
      <dsp:spPr>
        <a:xfrm>
          <a:off x="5496064" y="1504738"/>
          <a:ext cx="1315658" cy="4011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Genomes</a:t>
          </a:r>
        </a:p>
      </dsp:txBody>
      <dsp:txXfrm>
        <a:off x="5496064" y="1504738"/>
        <a:ext cx="1315658" cy="401115"/>
      </dsp:txXfrm>
    </dsp:sp>
    <dsp:sp modelId="{F19F4FBB-7139-3344-A4D5-666706D1779C}">
      <dsp:nvSpPr>
        <dsp:cNvPr id="0" name=""/>
        <dsp:cNvSpPr/>
      </dsp:nvSpPr>
      <dsp:spPr>
        <a:xfrm>
          <a:off x="7074853" y="1254041"/>
          <a:ext cx="1315658" cy="401115"/>
        </a:xfrm>
        <a:prstGeom prst="rect">
          <a:avLst/>
        </a:prstGeom>
        <a:solidFill>
          <a:srgbClr val="84AC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mm10.fa</a:t>
          </a:r>
        </a:p>
      </dsp:txBody>
      <dsp:txXfrm>
        <a:off x="7074853" y="1254041"/>
        <a:ext cx="1315658" cy="401115"/>
      </dsp:txXfrm>
    </dsp:sp>
    <dsp:sp modelId="{8F45069C-83AF-BF4D-B0BB-61D4D200E665}">
      <dsp:nvSpPr>
        <dsp:cNvPr id="0" name=""/>
        <dsp:cNvSpPr/>
      </dsp:nvSpPr>
      <dsp:spPr>
        <a:xfrm>
          <a:off x="7074853" y="1755435"/>
          <a:ext cx="1315658" cy="401115"/>
        </a:xfrm>
        <a:prstGeom prst="rect">
          <a:avLst/>
        </a:prstGeom>
        <a:solidFill>
          <a:srgbClr val="84AC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hg30.fa</a:t>
          </a:r>
        </a:p>
      </dsp:txBody>
      <dsp:txXfrm>
        <a:off x="7074853" y="1755435"/>
        <a:ext cx="1315658" cy="401115"/>
      </dsp:txXfrm>
    </dsp:sp>
    <dsp:sp modelId="{A4361D02-BA3D-9349-8514-56F3252A0D0C}">
      <dsp:nvSpPr>
        <dsp:cNvPr id="0" name=""/>
        <dsp:cNvSpPr/>
      </dsp:nvSpPr>
      <dsp:spPr>
        <a:xfrm>
          <a:off x="3917274" y="2006132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micm</a:t>
          </a:r>
        </a:p>
      </dsp:txBody>
      <dsp:txXfrm>
        <a:off x="3917274" y="2006132"/>
        <a:ext cx="1315658" cy="401115"/>
      </dsp:txXfrm>
    </dsp:sp>
    <dsp:sp modelId="{BEBA753B-EBD7-6A40-A54E-865D11FE9C44}">
      <dsp:nvSpPr>
        <dsp:cNvPr id="0" name=""/>
        <dsp:cNvSpPr/>
      </dsp:nvSpPr>
      <dsp:spPr>
        <a:xfrm>
          <a:off x="5496064" y="2006132"/>
          <a:ext cx="1315658" cy="4011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slides</a:t>
          </a:r>
        </a:p>
      </dsp:txBody>
      <dsp:txXfrm>
        <a:off x="5496064" y="2006132"/>
        <a:ext cx="1315658" cy="401115"/>
      </dsp:txXfrm>
    </dsp:sp>
    <dsp:sp modelId="{C850C5D5-89EE-4941-9742-7A3A9C5DF19E}">
      <dsp:nvSpPr>
        <dsp:cNvPr id="0" name=""/>
        <dsp:cNvSpPr/>
      </dsp:nvSpPr>
      <dsp:spPr>
        <a:xfrm>
          <a:off x="2338484" y="2256829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lib</a:t>
          </a:r>
        </a:p>
      </dsp:txBody>
      <dsp:txXfrm>
        <a:off x="2338484" y="2256829"/>
        <a:ext cx="1315658" cy="401115"/>
      </dsp:txXfrm>
    </dsp:sp>
    <dsp:sp modelId="{D5D4E2F4-19AB-1546-9D03-10ADE8DDB62E}">
      <dsp:nvSpPr>
        <dsp:cNvPr id="0" name=""/>
        <dsp:cNvSpPr/>
      </dsp:nvSpPr>
      <dsp:spPr>
        <a:xfrm>
          <a:off x="2338484" y="2758223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opt</a:t>
          </a:r>
        </a:p>
      </dsp:txBody>
      <dsp:txXfrm>
        <a:off x="2338484" y="2758223"/>
        <a:ext cx="1315658" cy="401115"/>
      </dsp:txXfrm>
    </dsp:sp>
    <dsp:sp modelId="{E5E90B1E-C5CE-7D4B-A256-5D3A878C0862}">
      <dsp:nvSpPr>
        <dsp:cNvPr id="0" name=""/>
        <dsp:cNvSpPr/>
      </dsp:nvSpPr>
      <dsp:spPr>
        <a:xfrm>
          <a:off x="3917274" y="2758223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cisco</a:t>
          </a:r>
        </a:p>
      </dsp:txBody>
      <dsp:txXfrm>
        <a:off x="3917274" y="2758223"/>
        <a:ext cx="1315658" cy="401115"/>
      </dsp:txXfrm>
    </dsp:sp>
    <dsp:sp modelId="{F599BF8C-A65A-E841-B280-3635097C29B7}">
      <dsp:nvSpPr>
        <dsp:cNvPr id="0" name=""/>
        <dsp:cNvSpPr/>
      </dsp:nvSpPr>
      <dsp:spPr>
        <a:xfrm>
          <a:off x="2338484" y="3259618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sbin</a:t>
          </a:r>
        </a:p>
      </dsp:txBody>
      <dsp:txXfrm>
        <a:off x="2338484" y="3259618"/>
        <a:ext cx="1315658" cy="401115"/>
      </dsp:txXfrm>
    </dsp:sp>
    <dsp:sp modelId="{0F7F6C11-72F3-EE40-839C-22F59868A4C8}">
      <dsp:nvSpPr>
        <dsp:cNvPr id="0" name=""/>
        <dsp:cNvSpPr/>
      </dsp:nvSpPr>
      <dsp:spPr>
        <a:xfrm>
          <a:off x="3917274" y="3259618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reboot</a:t>
          </a:r>
        </a:p>
      </dsp:txBody>
      <dsp:txXfrm>
        <a:off x="3917274" y="3259618"/>
        <a:ext cx="1315658" cy="401115"/>
      </dsp:txXfrm>
    </dsp:sp>
    <dsp:sp modelId="{DB2A3FD7-9491-EF41-AA9C-0E67C26E5FEC}">
      <dsp:nvSpPr>
        <dsp:cNvPr id="0" name=""/>
        <dsp:cNvSpPr/>
      </dsp:nvSpPr>
      <dsp:spPr>
        <a:xfrm>
          <a:off x="2338484" y="3761012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tmp</a:t>
          </a:r>
        </a:p>
      </dsp:txBody>
      <dsp:txXfrm>
        <a:off x="2338484" y="3761012"/>
        <a:ext cx="1315658" cy="401115"/>
      </dsp:txXfrm>
    </dsp:sp>
    <dsp:sp modelId="{0DE7B41B-E229-FF43-9E93-A4FEA0BA76F1}">
      <dsp:nvSpPr>
        <dsp:cNvPr id="0" name=""/>
        <dsp:cNvSpPr/>
      </dsp:nvSpPr>
      <dsp:spPr>
        <a:xfrm>
          <a:off x="2338484" y="4262406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usr</a:t>
          </a:r>
        </a:p>
      </dsp:txBody>
      <dsp:txXfrm>
        <a:off x="2338484" y="4262406"/>
        <a:ext cx="1315658" cy="4011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9DE42C-75AE-6142-BF0F-42C095A1D810}">
      <dsp:nvSpPr>
        <dsp:cNvPr id="0" name=""/>
        <dsp:cNvSpPr/>
      </dsp:nvSpPr>
      <dsp:spPr>
        <a:xfrm>
          <a:off x="979021" y="2215768"/>
          <a:ext cx="1359463" cy="22471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2247195"/>
              </a:lnTo>
              <a:lnTo>
                <a:pt x="1359463" y="22471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593092" y="3273705"/>
        <a:ext cx="131320" cy="131320"/>
      </dsp:txXfrm>
    </dsp:sp>
    <dsp:sp modelId="{24A93EFA-2091-6246-84DB-F0B6A5D82B20}">
      <dsp:nvSpPr>
        <dsp:cNvPr id="0" name=""/>
        <dsp:cNvSpPr/>
      </dsp:nvSpPr>
      <dsp:spPr>
        <a:xfrm>
          <a:off x="979021" y="2215768"/>
          <a:ext cx="1359463" cy="1745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1745801"/>
              </a:lnTo>
              <a:lnTo>
                <a:pt x="1359463" y="174580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603435" y="3033351"/>
        <a:ext cx="110634" cy="110634"/>
      </dsp:txXfrm>
    </dsp:sp>
    <dsp:sp modelId="{4BB4948C-5A27-1149-A188-FC6941AF0F37}">
      <dsp:nvSpPr>
        <dsp:cNvPr id="0" name=""/>
        <dsp:cNvSpPr/>
      </dsp:nvSpPr>
      <dsp:spPr>
        <a:xfrm>
          <a:off x="3654142" y="3414455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9130" y="3453597"/>
        <a:ext cx="13156" cy="13156"/>
      </dsp:txXfrm>
    </dsp:sp>
    <dsp:sp modelId="{B94DC295-8E37-2949-B877-7E0BCF465191}">
      <dsp:nvSpPr>
        <dsp:cNvPr id="0" name=""/>
        <dsp:cNvSpPr/>
      </dsp:nvSpPr>
      <dsp:spPr>
        <a:xfrm>
          <a:off x="979021" y="2215768"/>
          <a:ext cx="1359463" cy="1244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1244407"/>
              </a:lnTo>
              <a:lnTo>
                <a:pt x="1359463" y="124440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12677" y="2791896"/>
        <a:ext cx="92150" cy="92150"/>
      </dsp:txXfrm>
    </dsp:sp>
    <dsp:sp modelId="{5436B8B9-E78F-E941-A5A6-C0E3D327F3C8}">
      <dsp:nvSpPr>
        <dsp:cNvPr id="0" name=""/>
        <dsp:cNvSpPr/>
      </dsp:nvSpPr>
      <dsp:spPr>
        <a:xfrm>
          <a:off x="3654142" y="2913061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9130" y="2952203"/>
        <a:ext cx="13156" cy="13156"/>
      </dsp:txXfrm>
    </dsp:sp>
    <dsp:sp modelId="{BA1D96F1-0C11-734A-BEAF-D12689251123}">
      <dsp:nvSpPr>
        <dsp:cNvPr id="0" name=""/>
        <dsp:cNvSpPr/>
      </dsp:nvSpPr>
      <dsp:spPr>
        <a:xfrm>
          <a:off x="979021" y="2215768"/>
          <a:ext cx="1359463" cy="7430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743013"/>
              </a:lnTo>
              <a:lnTo>
                <a:pt x="1359463" y="74301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0021" y="2548543"/>
        <a:ext cx="77463" cy="77463"/>
      </dsp:txXfrm>
    </dsp:sp>
    <dsp:sp modelId="{0511D343-6CEB-2942-AD87-61296962961A}">
      <dsp:nvSpPr>
        <dsp:cNvPr id="0" name=""/>
        <dsp:cNvSpPr/>
      </dsp:nvSpPr>
      <dsp:spPr>
        <a:xfrm>
          <a:off x="979021" y="2215768"/>
          <a:ext cx="1359463" cy="241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9731" y="0"/>
              </a:lnTo>
              <a:lnTo>
                <a:pt x="679731" y="241619"/>
              </a:lnTo>
              <a:lnTo>
                <a:pt x="1359463" y="24161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4233" y="2302058"/>
        <a:ext cx="69038" cy="69038"/>
      </dsp:txXfrm>
    </dsp:sp>
    <dsp:sp modelId="{84D67AE3-C3A8-BD41-AE02-E95CC06C1CD5}">
      <dsp:nvSpPr>
        <dsp:cNvPr id="0" name=""/>
        <dsp:cNvSpPr/>
      </dsp:nvSpPr>
      <dsp:spPr>
        <a:xfrm>
          <a:off x="5232932" y="2160970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7920" y="2200112"/>
        <a:ext cx="13156" cy="13156"/>
      </dsp:txXfrm>
    </dsp:sp>
    <dsp:sp modelId="{B8926198-A600-1846-8B62-4903F997848A}">
      <dsp:nvSpPr>
        <dsp:cNvPr id="0" name=""/>
        <dsp:cNvSpPr/>
      </dsp:nvSpPr>
      <dsp:spPr>
        <a:xfrm>
          <a:off x="3654142" y="1955993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2072256"/>
        <a:ext cx="18171" cy="18171"/>
      </dsp:txXfrm>
    </dsp:sp>
    <dsp:sp modelId="{35BE73E4-CA0E-854A-8D67-82ECD3E1163F}">
      <dsp:nvSpPr>
        <dsp:cNvPr id="0" name=""/>
        <dsp:cNvSpPr/>
      </dsp:nvSpPr>
      <dsp:spPr>
        <a:xfrm>
          <a:off x="6811722" y="1705296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34202" y="1821558"/>
        <a:ext cx="18171" cy="18171"/>
      </dsp:txXfrm>
    </dsp:sp>
    <dsp:sp modelId="{92581162-A142-EE49-A880-026DD04C2FB3}">
      <dsp:nvSpPr>
        <dsp:cNvPr id="0" name=""/>
        <dsp:cNvSpPr/>
      </dsp:nvSpPr>
      <dsp:spPr>
        <a:xfrm>
          <a:off x="6811722" y="1454599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34202" y="1570861"/>
        <a:ext cx="18171" cy="18171"/>
      </dsp:txXfrm>
    </dsp:sp>
    <dsp:sp modelId="{D71C3B3E-7A24-564C-87B2-A68960BC3847}">
      <dsp:nvSpPr>
        <dsp:cNvPr id="0" name=""/>
        <dsp:cNvSpPr/>
      </dsp:nvSpPr>
      <dsp:spPr>
        <a:xfrm>
          <a:off x="5232932" y="1659576"/>
          <a:ext cx="263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131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7920" y="1698718"/>
        <a:ext cx="13156" cy="13156"/>
      </dsp:txXfrm>
    </dsp:sp>
    <dsp:sp modelId="{A33BA428-394B-604E-90B6-26F883E5FA80}">
      <dsp:nvSpPr>
        <dsp:cNvPr id="0" name=""/>
        <dsp:cNvSpPr/>
      </dsp:nvSpPr>
      <dsp:spPr>
        <a:xfrm>
          <a:off x="3654142" y="1705296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1821558"/>
        <a:ext cx="18171" cy="18171"/>
      </dsp:txXfrm>
    </dsp:sp>
    <dsp:sp modelId="{71FCE1B8-CB1A-6249-A827-6617C0C7F840}">
      <dsp:nvSpPr>
        <dsp:cNvPr id="0" name=""/>
        <dsp:cNvSpPr/>
      </dsp:nvSpPr>
      <dsp:spPr>
        <a:xfrm>
          <a:off x="979021" y="1955993"/>
          <a:ext cx="1359463" cy="259774"/>
        </a:xfrm>
        <a:custGeom>
          <a:avLst/>
          <a:gdLst/>
          <a:ahLst/>
          <a:cxnLst/>
          <a:rect l="0" t="0" r="0" b="0"/>
          <a:pathLst>
            <a:path>
              <a:moveTo>
                <a:pt x="0" y="259774"/>
              </a:moveTo>
              <a:lnTo>
                <a:pt x="679731" y="259774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4151" y="2051279"/>
        <a:ext cx="69203" cy="69203"/>
      </dsp:txXfrm>
    </dsp:sp>
    <dsp:sp modelId="{AD423102-A7A7-F542-B528-C134DF96460E}">
      <dsp:nvSpPr>
        <dsp:cNvPr id="0" name=""/>
        <dsp:cNvSpPr/>
      </dsp:nvSpPr>
      <dsp:spPr>
        <a:xfrm>
          <a:off x="979021" y="1454599"/>
          <a:ext cx="1359463" cy="761168"/>
        </a:xfrm>
        <a:custGeom>
          <a:avLst/>
          <a:gdLst/>
          <a:ahLst/>
          <a:cxnLst/>
          <a:rect l="0" t="0" r="0" b="0"/>
          <a:pathLst>
            <a:path>
              <a:moveTo>
                <a:pt x="0" y="761168"/>
              </a:moveTo>
              <a:lnTo>
                <a:pt x="679731" y="761168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19801" y="1796232"/>
        <a:ext cx="77902" cy="77902"/>
      </dsp:txXfrm>
    </dsp:sp>
    <dsp:sp modelId="{21A82980-AABF-024D-AC86-EF2C68D44AFE}">
      <dsp:nvSpPr>
        <dsp:cNvPr id="0" name=""/>
        <dsp:cNvSpPr/>
      </dsp:nvSpPr>
      <dsp:spPr>
        <a:xfrm>
          <a:off x="979021" y="953205"/>
          <a:ext cx="1359463" cy="1262563"/>
        </a:xfrm>
        <a:custGeom>
          <a:avLst/>
          <a:gdLst/>
          <a:ahLst/>
          <a:cxnLst/>
          <a:rect l="0" t="0" r="0" b="0"/>
          <a:pathLst>
            <a:path>
              <a:moveTo>
                <a:pt x="0" y="1262563"/>
              </a:moveTo>
              <a:lnTo>
                <a:pt x="679731" y="1262563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12369" y="1538103"/>
        <a:ext cx="92765" cy="92765"/>
      </dsp:txXfrm>
    </dsp:sp>
    <dsp:sp modelId="{BE4FD910-700B-0E4F-8825-CEC9AD756DB7}">
      <dsp:nvSpPr>
        <dsp:cNvPr id="0" name=""/>
        <dsp:cNvSpPr/>
      </dsp:nvSpPr>
      <dsp:spPr>
        <a:xfrm>
          <a:off x="3654142" y="451811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565" y="0"/>
              </a:lnTo>
              <a:lnTo>
                <a:pt x="131565" y="250697"/>
              </a:lnTo>
              <a:lnTo>
                <a:pt x="263131" y="25069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568073"/>
        <a:ext cx="18171" cy="18171"/>
      </dsp:txXfrm>
    </dsp:sp>
    <dsp:sp modelId="{3574AC01-5F84-5D48-835D-161B5A53191C}">
      <dsp:nvSpPr>
        <dsp:cNvPr id="0" name=""/>
        <dsp:cNvSpPr/>
      </dsp:nvSpPr>
      <dsp:spPr>
        <a:xfrm>
          <a:off x="3654142" y="201114"/>
          <a:ext cx="263131" cy="250697"/>
        </a:xfrm>
        <a:custGeom>
          <a:avLst/>
          <a:gdLst/>
          <a:ahLst/>
          <a:cxnLst/>
          <a:rect l="0" t="0" r="0" b="0"/>
          <a:pathLst>
            <a:path>
              <a:moveTo>
                <a:pt x="0" y="250697"/>
              </a:moveTo>
              <a:lnTo>
                <a:pt x="131565" y="250697"/>
              </a:lnTo>
              <a:lnTo>
                <a:pt x="131565" y="0"/>
              </a:lnTo>
              <a:lnTo>
                <a:pt x="263131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6622" y="317376"/>
        <a:ext cx="18171" cy="18171"/>
      </dsp:txXfrm>
    </dsp:sp>
    <dsp:sp modelId="{9F361AF5-2D13-2340-A40F-960A6FDAC804}">
      <dsp:nvSpPr>
        <dsp:cNvPr id="0" name=""/>
        <dsp:cNvSpPr/>
      </dsp:nvSpPr>
      <dsp:spPr>
        <a:xfrm>
          <a:off x="979021" y="451811"/>
          <a:ext cx="1359463" cy="1763957"/>
        </a:xfrm>
        <a:custGeom>
          <a:avLst/>
          <a:gdLst/>
          <a:ahLst/>
          <a:cxnLst/>
          <a:rect l="0" t="0" r="0" b="0"/>
          <a:pathLst>
            <a:path>
              <a:moveTo>
                <a:pt x="0" y="1763957"/>
              </a:moveTo>
              <a:lnTo>
                <a:pt x="679731" y="1763957"/>
              </a:lnTo>
              <a:lnTo>
                <a:pt x="679731" y="0"/>
              </a:lnTo>
              <a:lnTo>
                <a:pt x="135946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603077" y="1278113"/>
        <a:ext cx="111351" cy="111351"/>
      </dsp:txXfrm>
    </dsp:sp>
    <dsp:sp modelId="{A564D956-CA21-0345-AC35-E07FC12F984F}">
      <dsp:nvSpPr>
        <dsp:cNvPr id="0" name=""/>
        <dsp:cNvSpPr/>
      </dsp:nvSpPr>
      <dsp:spPr>
        <a:xfrm rot="10800000">
          <a:off x="506454" y="2015210"/>
          <a:ext cx="544017" cy="4011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/</a:t>
          </a:r>
        </a:p>
      </dsp:txBody>
      <dsp:txXfrm>
        <a:off x="506454" y="2015210"/>
        <a:ext cx="544017" cy="401115"/>
      </dsp:txXfrm>
    </dsp:sp>
    <dsp:sp modelId="{FA5933FB-57ED-6643-9CDF-9582BF363E5C}">
      <dsp:nvSpPr>
        <dsp:cNvPr id="0" name=""/>
        <dsp:cNvSpPr/>
      </dsp:nvSpPr>
      <dsp:spPr>
        <a:xfrm>
          <a:off x="2338484" y="251253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bin</a:t>
          </a:r>
        </a:p>
      </dsp:txBody>
      <dsp:txXfrm>
        <a:off x="2338484" y="251253"/>
        <a:ext cx="1315658" cy="401115"/>
      </dsp:txXfrm>
    </dsp:sp>
    <dsp:sp modelId="{73BC6A3D-C455-4C44-AA56-0547151B4E31}">
      <dsp:nvSpPr>
        <dsp:cNvPr id="0" name=""/>
        <dsp:cNvSpPr/>
      </dsp:nvSpPr>
      <dsp:spPr>
        <a:xfrm>
          <a:off x="3917274" y="556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cp</a:t>
          </a:r>
        </a:p>
      </dsp:txBody>
      <dsp:txXfrm>
        <a:off x="3917274" y="556"/>
        <a:ext cx="1315658" cy="401115"/>
      </dsp:txXfrm>
    </dsp:sp>
    <dsp:sp modelId="{4F20C035-B0E0-9542-8C8D-D995D4F5C23D}">
      <dsp:nvSpPr>
        <dsp:cNvPr id="0" name=""/>
        <dsp:cNvSpPr/>
      </dsp:nvSpPr>
      <dsp:spPr>
        <a:xfrm>
          <a:off x="3917274" y="501950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ls</a:t>
          </a:r>
        </a:p>
      </dsp:txBody>
      <dsp:txXfrm>
        <a:off x="3917274" y="501950"/>
        <a:ext cx="1315658" cy="401115"/>
      </dsp:txXfrm>
    </dsp:sp>
    <dsp:sp modelId="{16860075-F7A7-CE45-9639-3D34B7AFAE8D}">
      <dsp:nvSpPr>
        <dsp:cNvPr id="0" name=""/>
        <dsp:cNvSpPr/>
      </dsp:nvSpPr>
      <dsp:spPr>
        <a:xfrm>
          <a:off x="2338484" y="752647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dev</a:t>
          </a:r>
        </a:p>
      </dsp:txBody>
      <dsp:txXfrm>
        <a:off x="2338484" y="752647"/>
        <a:ext cx="1315658" cy="401115"/>
      </dsp:txXfrm>
    </dsp:sp>
    <dsp:sp modelId="{823C4A3C-3323-E64B-BEE7-721F80271C1D}">
      <dsp:nvSpPr>
        <dsp:cNvPr id="0" name=""/>
        <dsp:cNvSpPr/>
      </dsp:nvSpPr>
      <dsp:spPr>
        <a:xfrm>
          <a:off x="2338484" y="1254041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etc</a:t>
          </a:r>
        </a:p>
      </dsp:txBody>
      <dsp:txXfrm>
        <a:off x="2338484" y="1254041"/>
        <a:ext cx="1315658" cy="401115"/>
      </dsp:txXfrm>
    </dsp:sp>
    <dsp:sp modelId="{12491220-3066-804B-8988-FB30C17CEEF8}">
      <dsp:nvSpPr>
        <dsp:cNvPr id="0" name=""/>
        <dsp:cNvSpPr/>
      </dsp:nvSpPr>
      <dsp:spPr>
        <a:xfrm>
          <a:off x="2338484" y="1755435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home</a:t>
          </a:r>
        </a:p>
      </dsp:txBody>
      <dsp:txXfrm>
        <a:off x="2338484" y="1755435"/>
        <a:ext cx="1315658" cy="401115"/>
      </dsp:txXfrm>
    </dsp:sp>
    <dsp:sp modelId="{2DB7F016-B818-224A-A420-E2D5974EE4D4}">
      <dsp:nvSpPr>
        <dsp:cNvPr id="0" name=""/>
        <dsp:cNvSpPr/>
      </dsp:nvSpPr>
      <dsp:spPr>
        <a:xfrm>
          <a:off x="3917274" y="1504738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ciz20</a:t>
          </a:r>
          <a:endParaRPr lang="en-US" sz="1200" kern="1200" dirty="0"/>
        </a:p>
      </dsp:txBody>
      <dsp:txXfrm>
        <a:off x="3917274" y="1504738"/>
        <a:ext cx="1315658" cy="401115"/>
      </dsp:txXfrm>
    </dsp:sp>
    <dsp:sp modelId="{D596AF2A-3EF2-3F42-8CC6-6F4D70E7D386}">
      <dsp:nvSpPr>
        <dsp:cNvPr id="0" name=""/>
        <dsp:cNvSpPr/>
      </dsp:nvSpPr>
      <dsp:spPr>
        <a:xfrm>
          <a:off x="5496064" y="1504738"/>
          <a:ext cx="1315658" cy="4011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Genomes</a:t>
          </a:r>
        </a:p>
      </dsp:txBody>
      <dsp:txXfrm>
        <a:off x="5496064" y="1504738"/>
        <a:ext cx="1315658" cy="401115"/>
      </dsp:txXfrm>
    </dsp:sp>
    <dsp:sp modelId="{F19F4FBB-7139-3344-A4D5-666706D1779C}">
      <dsp:nvSpPr>
        <dsp:cNvPr id="0" name=""/>
        <dsp:cNvSpPr/>
      </dsp:nvSpPr>
      <dsp:spPr>
        <a:xfrm>
          <a:off x="7074853" y="1254041"/>
          <a:ext cx="1315658" cy="401115"/>
        </a:xfrm>
        <a:prstGeom prst="rect">
          <a:avLst/>
        </a:prstGeom>
        <a:solidFill>
          <a:srgbClr val="84AC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mm10.fa</a:t>
          </a:r>
        </a:p>
      </dsp:txBody>
      <dsp:txXfrm>
        <a:off x="7074853" y="1254041"/>
        <a:ext cx="1315658" cy="401115"/>
      </dsp:txXfrm>
    </dsp:sp>
    <dsp:sp modelId="{8F45069C-83AF-BF4D-B0BB-61D4D200E665}">
      <dsp:nvSpPr>
        <dsp:cNvPr id="0" name=""/>
        <dsp:cNvSpPr/>
      </dsp:nvSpPr>
      <dsp:spPr>
        <a:xfrm>
          <a:off x="7074853" y="1755435"/>
          <a:ext cx="1315658" cy="401115"/>
        </a:xfrm>
        <a:prstGeom prst="rect">
          <a:avLst/>
        </a:prstGeom>
        <a:solidFill>
          <a:srgbClr val="84AC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hg30.fa</a:t>
          </a:r>
        </a:p>
      </dsp:txBody>
      <dsp:txXfrm>
        <a:off x="7074853" y="1755435"/>
        <a:ext cx="1315658" cy="401115"/>
      </dsp:txXfrm>
    </dsp:sp>
    <dsp:sp modelId="{A4361D02-BA3D-9349-8514-56F3252A0D0C}">
      <dsp:nvSpPr>
        <dsp:cNvPr id="0" name=""/>
        <dsp:cNvSpPr/>
      </dsp:nvSpPr>
      <dsp:spPr>
        <a:xfrm>
          <a:off x="3917274" y="2006132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micm</a:t>
          </a:r>
          <a:endParaRPr lang="en-US" sz="1200" kern="1200" dirty="0"/>
        </a:p>
      </dsp:txBody>
      <dsp:txXfrm>
        <a:off x="3917274" y="2006132"/>
        <a:ext cx="1315658" cy="401115"/>
      </dsp:txXfrm>
    </dsp:sp>
    <dsp:sp modelId="{BEBA753B-EBD7-6A40-A54E-865D11FE9C44}">
      <dsp:nvSpPr>
        <dsp:cNvPr id="0" name=""/>
        <dsp:cNvSpPr/>
      </dsp:nvSpPr>
      <dsp:spPr>
        <a:xfrm>
          <a:off x="5496064" y="2006132"/>
          <a:ext cx="1315658" cy="4011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slides</a:t>
          </a:r>
        </a:p>
      </dsp:txBody>
      <dsp:txXfrm>
        <a:off x="5496064" y="2006132"/>
        <a:ext cx="1315658" cy="401115"/>
      </dsp:txXfrm>
    </dsp:sp>
    <dsp:sp modelId="{C850C5D5-89EE-4941-9742-7A3A9C5DF19E}">
      <dsp:nvSpPr>
        <dsp:cNvPr id="0" name=""/>
        <dsp:cNvSpPr/>
      </dsp:nvSpPr>
      <dsp:spPr>
        <a:xfrm>
          <a:off x="2338484" y="2256829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lib</a:t>
          </a:r>
        </a:p>
      </dsp:txBody>
      <dsp:txXfrm>
        <a:off x="2338484" y="2256829"/>
        <a:ext cx="1315658" cy="401115"/>
      </dsp:txXfrm>
    </dsp:sp>
    <dsp:sp modelId="{D5D4E2F4-19AB-1546-9D03-10ADE8DDB62E}">
      <dsp:nvSpPr>
        <dsp:cNvPr id="0" name=""/>
        <dsp:cNvSpPr/>
      </dsp:nvSpPr>
      <dsp:spPr>
        <a:xfrm>
          <a:off x="2338484" y="2758223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opt</a:t>
          </a:r>
        </a:p>
      </dsp:txBody>
      <dsp:txXfrm>
        <a:off x="2338484" y="2758223"/>
        <a:ext cx="1315658" cy="401115"/>
      </dsp:txXfrm>
    </dsp:sp>
    <dsp:sp modelId="{E5E90B1E-C5CE-7D4B-A256-5D3A878C0862}">
      <dsp:nvSpPr>
        <dsp:cNvPr id="0" name=""/>
        <dsp:cNvSpPr/>
      </dsp:nvSpPr>
      <dsp:spPr>
        <a:xfrm>
          <a:off x="3917274" y="2758223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cisco</a:t>
          </a:r>
        </a:p>
      </dsp:txBody>
      <dsp:txXfrm>
        <a:off x="3917274" y="2758223"/>
        <a:ext cx="1315658" cy="401115"/>
      </dsp:txXfrm>
    </dsp:sp>
    <dsp:sp modelId="{F599BF8C-A65A-E841-B280-3635097C29B7}">
      <dsp:nvSpPr>
        <dsp:cNvPr id="0" name=""/>
        <dsp:cNvSpPr/>
      </dsp:nvSpPr>
      <dsp:spPr>
        <a:xfrm>
          <a:off x="2338484" y="3259618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sbin</a:t>
          </a:r>
        </a:p>
      </dsp:txBody>
      <dsp:txXfrm>
        <a:off x="2338484" y="3259618"/>
        <a:ext cx="1315658" cy="401115"/>
      </dsp:txXfrm>
    </dsp:sp>
    <dsp:sp modelId="{0F7F6C11-72F3-EE40-839C-22F59868A4C8}">
      <dsp:nvSpPr>
        <dsp:cNvPr id="0" name=""/>
        <dsp:cNvSpPr/>
      </dsp:nvSpPr>
      <dsp:spPr>
        <a:xfrm>
          <a:off x="3917274" y="3259618"/>
          <a:ext cx="1315658" cy="4011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reboot</a:t>
          </a:r>
        </a:p>
      </dsp:txBody>
      <dsp:txXfrm>
        <a:off x="3917274" y="3259618"/>
        <a:ext cx="1315658" cy="401115"/>
      </dsp:txXfrm>
    </dsp:sp>
    <dsp:sp modelId="{DB2A3FD7-9491-EF41-AA9C-0E67C26E5FEC}">
      <dsp:nvSpPr>
        <dsp:cNvPr id="0" name=""/>
        <dsp:cNvSpPr/>
      </dsp:nvSpPr>
      <dsp:spPr>
        <a:xfrm>
          <a:off x="2338484" y="3761012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tmp</a:t>
          </a:r>
        </a:p>
      </dsp:txBody>
      <dsp:txXfrm>
        <a:off x="2338484" y="3761012"/>
        <a:ext cx="1315658" cy="401115"/>
      </dsp:txXfrm>
    </dsp:sp>
    <dsp:sp modelId="{0DE7B41B-E229-FF43-9E93-A4FEA0BA76F1}">
      <dsp:nvSpPr>
        <dsp:cNvPr id="0" name=""/>
        <dsp:cNvSpPr/>
      </dsp:nvSpPr>
      <dsp:spPr>
        <a:xfrm>
          <a:off x="2338484" y="4262406"/>
          <a:ext cx="1315658" cy="401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usr</a:t>
          </a:r>
        </a:p>
      </dsp:txBody>
      <dsp:txXfrm>
        <a:off x="2338484" y="4262406"/>
        <a:ext cx="1315658" cy="4011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EC9B5-E00C-394A-9CAD-273D8CCDD4E9}">
      <dsp:nvSpPr>
        <dsp:cNvPr id="0" name=""/>
        <dsp:cNvSpPr/>
      </dsp:nvSpPr>
      <dsp:spPr>
        <a:xfrm>
          <a:off x="-5298263" y="-758148"/>
          <a:ext cx="6309030" cy="6309030"/>
        </a:xfrm>
        <a:prstGeom prst="blockArc">
          <a:avLst>
            <a:gd name="adj1" fmla="val 18900000"/>
            <a:gd name="adj2" fmla="val 2700000"/>
            <a:gd name="adj3" fmla="val 342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87509-75F4-6D44-A795-3D14AD66313C}">
      <dsp:nvSpPr>
        <dsp:cNvPr id="0" name=""/>
        <dsp:cNvSpPr/>
      </dsp:nvSpPr>
      <dsp:spPr>
        <a:xfrm>
          <a:off x="529194" y="413548"/>
          <a:ext cx="3154738" cy="7209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Pipes and redirects</a:t>
          </a:r>
        </a:p>
      </dsp:txBody>
      <dsp:txXfrm>
        <a:off x="529194" y="413548"/>
        <a:ext cx="3154738" cy="720922"/>
      </dsp:txXfrm>
    </dsp:sp>
    <dsp:sp modelId="{06897AB5-69C6-7F4E-8CFB-9574AE469F99}">
      <dsp:nvSpPr>
        <dsp:cNvPr id="0" name=""/>
        <dsp:cNvSpPr/>
      </dsp:nvSpPr>
      <dsp:spPr>
        <a:xfrm>
          <a:off x="78618" y="323433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D42A9-3E21-9146-BF62-5CB43B43B982}">
      <dsp:nvSpPr>
        <dsp:cNvPr id="0" name=""/>
        <dsp:cNvSpPr/>
      </dsp:nvSpPr>
      <dsp:spPr>
        <a:xfrm>
          <a:off x="942516" y="1495119"/>
          <a:ext cx="2741417" cy="7209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Variables</a:t>
          </a:r>
        </a:p>
      </dsp:txBody>
      <dsp:txXfrm>
        <a:off x="942516" y="1495119"/>
        <a:ext cx="2741417" cy="720922"/>
      </dsp:txXfrm>
    </dsp:sp>
    <dsp:sp modelId="{A2612371-1D8E-AB4E-B2EB-6256B4F36196}">
      <dsp:nvSpPr>
        <dsp:cNvPr id="0" name=""/>
        <dsp:cNvSpPr/>
      </dsp:nvSpPr>
      <dsp:spPr>
        <a:xfrm>
          <a:off x="491939" y="1405004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12EE7-E741-344C-932A-53A34F324177}">
      <dsp:nvSpPr>
        <dsp:cNvPr id="0" name=""/>
        <dsp:cNvSpPr/>
      </dsp:nvSpPr>
      <dsp:spPr>
        <a:xfrm>
          <a:off x="942516" y="2576690"/>
          <a:ext cx="2741417" cy="72092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Pattern matching</a:t>
          </a:r>
        </a:p>
      </dsp:txBody>
      <dsp:txXfrm>
        <a:off x="942516" y="2576690"/>
        <a:ext cx="2741417" cy="720922"/>
      </dsp:txXfrm>
    </dsp:sp>
    <dsp:sp modelId="{BD933512-8AC2-D244-B16B-5BECDD7C138B}">
      <dsp:nvSpPr>
        <dsp:cNvPr id="0" name=""/>
        <dsp:cNvSpPr/>
      </dsp:nvSpPr>
      <dsp:spPr>
        <a:xfrm>
          <a:off x="491939" y="2486575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BA85A-913C-F442-ABFA-D7797569C0CA}">
      <dsp:nvSpPr>
        <dsp:cNvPr id="0" name=""/>
        <dsp:cNvSpPr/>
      </dsp:nvSpPr>
      <dsp:spPr>
        <a:xfrm>
          <a:off x="529194" y="3658262"/>
          <a:ext cx="3154738" cy="72092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223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Text processing</a:t>
          </a:r>
        </a:p>
      </dsp:txBody>
      <dsp:txXfrm>
        <a:off x="529194" y="3658262"/>
        <a:ext cx="3154738" cy="720922"/>
      </dsp:txXfrm>
    </dsp:sp>
    <dsp:sp modelId="{B8CB90A0-E06C-B347-A4A2-C98ADDF48DA6}">
      <dsp:nvSpPr>
        <dsp:cNvPr id="0" name=""/>
        <dsp:cNvSpPr/>
      </dsp:nvSpPr>
      <dsp:spPr>
        <a:xfrm>
          <a:off x="78618" y="3568146"/>
          <a:ext cx="901153" cy="901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EC9B5-E00C-394A-9CAD-273D8CCDD4E9}">
      <dsp:nvSpPr>
        <dsp:cNvPr id="0" name=""/>
        <dsp:cNvSpPr/>
      </dsp:nvSpPr>
      <dsp:spPr>
        <a:xfrm>
          <a:off x="-5297919" y="-758148"/>
          <a:ext cx="6309030" cy="6309030"/>
        </a:xfrm>
        <a:prstGeom prst="blockArc">
          <a:avLst>
            <a:gd name="adj1" fmla="val 18900000"/>
            <a:gd name="adj2" fmla="val 2700000"/>
            <a:gd name="adj3" fmla="val 342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87509-75F4-6D44-A795-3D14AD66313C}">
      <dsp:nvSpPr>
        <dsp:cNvPr id="0" name=""/>
        <dsp:cNvSpPr/>
      </dsp:nvSpPr>
      <dsp:spPr>
        <a:xfrm>
          <a:off x="650442" y="521892"/>
          <a:ext cx="3033835" cy="93723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393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Shell scripting</a:t>
          </a:r>
        </a:p>
      </dsp:txBody>
      <dsp:txXfrm>
        <a:off x="650442" y="521892"/>
        <a:ext cx="3033835" cy="937236"/>
      </dsp:txXfrm>
    </dsp:sp>
    <dsp:sp modelId="{06897AB5-69C6-7F4E-8CFB-9574AE469F99}">
      <dsp:nvSpPr>
        <dsp:cNvPr id="0" name=""/>
        <dsp:cNvSpPr/>
      </dsp:nvSpPr>
      <dsp:spPr>
        <a:xfrm>
          <a:off x="64669" y="404738"/>
          <a:ext cx="1171545" cy="11715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D42A9-3E21-9146-BF62-5CB43B43B982}">
      <dsp:nvSpPr>
        <dsp:cNvPr id="0" name=""/>
        <dsp:cNvSpPr/>
      </dsp:nvSpPr>
      <dsp:spPr>
        <a:xfrm>
          <a:off x="991127" y="1927748"/>
          <a:ext cx="2693149" cy="93723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393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Control structures</a:t>
          </a:r>
        </a:p>
      </dsp:txBody>
      <dsp:txXfrm>
        <a:off x="991127" y="1927748"/>
        <a:ext cx="2693149" cy="937236"/>
      </dsp:txXfrm>
    </dsp:sp>
    <dsp:sp modelId="{A2612371-1D8E-AB4E-B2EB-6256B4F36196}">
      <dsp:nvSpPr>
        <dsp:cNvPr id="0" name=""/>
        <dsp:cNvSpPr/>
      </dsp:nvSpPr>
      <dsp:spPr>
        <a:xfrm>
          <a:off x="405354" y="1810593"/>
          <a:ext cx="1171545" cy="11715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12EE7-E741-344C-932A-53A34F324177}">
      <dsp:nvSpPr>
        <dsp:cNvPr id="0" name=""/>
        <dsp:cNvSpPr/>
      </dsp:nvSpPr>
      <dsp:spPr>
        <a:xfrm>
          <a:off x="650442" y="3333603"/>
          <a:ext cx="3033835" cy="93723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393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HPC</a:t>
          </a:r>
        </a:p>
      </dsp:txBody>
      <dsp:txXfrm>
        <a:off x="650442" y="3333603"/>
        <a:ext cx="3033835" cy="937236"/>
      </dsp:txXfrm>
    </dsp:sp>
    <dsp:sp modelId="{BD933512-8AC2-D244-B16B-5BECDD7C138B}">
      <dsp:nvSpPr>
        <dsp:cNvPr id="0" name=""/>
        <dsp:cNvSpPr/>
      </dsp:nvSpPr>
      <dsp:spPr>
        <a:xfrm>
          <a:off x="64669" y="3216448"/>
          <a:ext cx="1171545" cy="11715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E8C2E4-DE8E-48DB-831C-A76987CDB44B}">
      <dsp:nvSpPr>
        <dsp:cNvPr id="0" name=""/>
        <dsp:cNvSpPr/>
      </dsp:nvSpPr>
      <dsp:spPr>
        <a:xfrm>
          <a:off x="5335438" y="0"/>
          <a:ext cx="2088132" cy="435133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Cluster Storage types</a:t>
          </a:r>
          <a:endParaRPr lang="en-CA" sz="2300" kern="1200" dirty="0"/>
        </a:p>
      </dsp:txBody>
      <dsp:txXfrm>
        <a:off x="5335438" y="0"/>
        <a:ext cx="2088132" cy="1305401"/>
      </dsp:txXfrm>
    </dsp:sp>
    <dsp:sp modelId="{C7FD4E8B-BC34-493F-8C39-4F8F962ECBA8}">
      <dsp:nvSpPr>
        <dsp:cNvPr id="0" name=""/>
        <dsp:cNvSpPr/>
      </dsp:nvSpPr>
      <dsp:spPr>
        <a:xfrm>
          <a:off x="2899283" y="0"/>
          <a:ext cx="2088132" cy="435133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Cluster Login node (</a:t>
          </a:r>
          <a:r>
            <a:rPr lang="en-US" sz="2300" kern="1200" dirty="0" err="1"/>
            <a:t>Headnode</a:t>
          </a:r>
          <a:r>
            <a:rPr lang="en-US" sz="2300" kern="1200" dirty="0"/>
            <a:t>)</a:t>
          </a:r>
          <a:endParaRPr lang="en-CA" sz="2300" kern="1200" dirty="0"/>
        </a:p>
      </dsp:txBody>
      <dsp:txXfrm>
        <a:off x="2899283" y="0"/>
        <a:ext cx="2088132" cy="1305401"/>
      </dsp:txXfrm>
    </dsp:sp>
    <dsp:sp modelId="{DB6D3D4B-1E54-4740-A569-CD3A7E1C9DBE}">
      <dsp:nvSpPr>
        <dsp:cNvPr id="0" name=""/>
        <dsp:cNvSpPr/>
      </dsp:nvSpPr>
      <dsp:spPr>
        <a:xfrm>
          <a:off x="463129" y="0"/>
          <a:ext cx="2088132" cy="435133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User side</a:t>
          </a:r>
          <a:endParaRPr lang="en-CA" sz="2300" kern="1200" dirty="0"/>
        </a:p>
      </dsp:txBody>
      <dsp:txXfrm>
        <a:off x="463129" y="0"/>
        <a:ext cx="2088132" cy="1305401"/>
      </dsp:txXfrm>
    </dsp:sp>
    <dsp:sp modelId="{49610F4E-07BA-4940-BBDB-2E11AF2BEFC5}">
      <dsp:nvSpPr>
        <dsp:cNvPr id="0" name=""/>
        <dsp:cNvSpPr/>
      </dsp:nvSpPr>
      <dsp:spPr>
        <a:xfrm>
          <a:off x="637140" y="2556456"/>
          <a:ext cx="1740110" cy="8700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Your own machine - SSH</a:t>
          </a:r>
          <a:endParaRPr lang="en-CA" sz="1800" kern="1200" dirty="0"/>
        </a:p>
      </dsp:txBody>
      <dsp:txXfrm>
        <a:off x="662623" y="2581939"/>
        <a:ext cx="1689144" cy="819089"/>
      </dsp:txXfrm>
    </dsp:sp>
    <dsp:sp modelId="{99C9FF49-E88B-460D-A53B-465AA4B89430}">
      <dsp:nvSpPr>
        <dsp:cNvPr id="0" name=""/>
        <dsp:cNvSpPr/>
      </dsp:nvSpPr>
      <dsp:spPr>
        <a:xfrm rot="18770822">
          <a:off x="2213508" y="2598276"/>
          <a:ext cx="1023528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1023528" y="179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2699684" y="2590684"/>
        <a:ext cx="51176" cy="51176"/>
      </dsp:txXfrm>
    </dsp:sp>
    <dsp:sp modelId="{B2D07966-20B6-4B40-8A65-556C855EC923}">
      <dsp:nvSpPr>
        <dsp:cNvPr id="0" name=""/>
        <dsp:cNvSpPr/>
      </dsp:nvSpPr>
      <dsp:spPr>
        <a:xfrm>
          <a:off x="3073294" y="1806033"/>
          <a:ext cx="1740110" cy="8700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Long term Storage purposes</a:t>
          </a:r>
          <a:endParaRPr lang="en-CA" sz="1800" kern="1200" dirty="0"/>
        </a:p>
      </dsp:txBody>
      <dsp:txXfrm>
        <a:off x="3098777" y="1831516"/>
        <a:ext cx="1689144" cy="819089"/>
      </dsp:txXfrm>
    </dsp:sp>
    <dsp:sp modelId="{A1A0201B-2BAB-4F96-A6C0-630FBD3D2BED}">
      <dsp:nvSpPr>
        <dsp:cNvPr id="0" name=""/>
        <dsp:cNvSpPr/>
      </dsp:nvSpPr>
      <dsp:spPr>
        <a:xfrm rot="19457599">
          <a:off x="4732836" y="1972924"/>
          <a:ext cx="857180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857180" y="1799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5139997" y="1969490"/>
        <a:ext cx="42859" cy="42859"/>
      </dsp:txXfrm>
    </dsp:sp>
    <dsp:sp modelId="{0229854B-E60F-4214-AB00-FF4D7B7DC27D}">
      <dsp:nvSpPr>
        <dsp:cNvPr id="0" name=""/>
        <dsp:cNvSpPr/>
      </dsp:nvSpPr>
      <dsp:spPr>
        <a:xfrm>
          <a:off x="5509449" y="1305751"/>
          <a:ext cx="1740110" cy="8700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Nearline</a:t>
          </a:r>
          <a:endParaRPr lang="en-CA" sz="1800" kern="1200" dirty="0"/>
        </a:p>
      </dsp:txBody>
      <dsp:txXfrm>
        <a:off x="5534932" y="1331234"/>
        <a:ext cx="1689144" cy="819089"/>
      </dsp:txXfrm>
    </dsp:sp>
    <dsp:sp modelId="{F0A14C54-94CC-4BE6-9C95-BCF2CF85DF8D}">
      <dsp:nvSpPr>
        <dsp:cNvPr id="0" name=""/>
        <dsp:cNvSpPr/>
      </dsp:nvSpPr>
      <dsp:spPr>
        <a:xfrm rot="2142401">
          <a:off x="4732836" y="2473206"/>
          <a:ext cx="857180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857180" y="1799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5139997" y="2469772"/>
        <a:ext cx="42859" cy="42859"/>
      </dsp:txXfrm>
    </dsp:sp>
    <dsp:sp modelId="{37B9E942-C36E-4E6B-AFAA-A909B04C6AD1}">
      <dsp:nvSpPr>
        <dsp:cNvPr id="0" name=""/>
        <dsp:cNvSpPr/>
      </dsp:nvSpPr>
      <dsp:spPr>
        <a:xfrm>
          <a:off x="5509449" y="2306315"/>
          <a:ext cx="1740110" cy="8700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Projects</a:t>
          </a:r>
          <a:endParaRPr lang="en-CA" sz="1800" kern="1200" dirty="0"/>
        </a:p>
      </dsp:txBody>
      <dsp:txXfrm>
        <a:off x="5534932" y="2331798"/>
        <a:ext cx="1689144" cy="819089"/>
      </dsp:txXfrm>
    </dsp:sp>
    <dsp:sp modelId="{F11C62BF-5F79-4106-A118-E3D9737ECC21}">
      <dsp:nvSpPr>
        <dsp:cNvPr id="0" name=""/>
        <dsp:cNvSpPr/>
      </dsp:nvSpPr>
      <dsp:spPr>
        <a:xfrm rot="2829178">
          <a:off x="2213508" y="3348699"/>
          <a:ext cx="1023528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1023528" y="179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2699684" y="3341106"/>
        <a:ext cx="51176" cy="51176"/>
      </dsp:txXfrm>
    </dsp:sp>
    <dsp:sp modelId="{5FCBA445-8F50-4EC5-81E1-3F095A9381E7}">
      <dsp:nvSpPr>
        <dsp:cNvPr id="0" name=""/>
        <dsp:cNvSpPr/>
      </dsp:nvSpPr>
      <dsp:spPr>
        <a:xfrm>
          <a:off x="3073294" y="3306878"/>
          <a:ext cx="1740110" cy="8700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Short term</a:t>
          </a:r>
          <a:endParaRPr lang="en-CA" sz="1800" kern="1200" dirty="0"/>
        </a:p>
      </dsp:txBody>
      <dsp:txXfrm>
        <a:off x="3098777" y="3332361"/>
        <a:ext cx="1689144" cy="819089"/>
      </dsp:txXfrm>
    </dsp:sp>
    <dsp:sp modelId="{54299331-0F7E-4421-86EB-F165B5255043}">
      <dsp:nvSpPr>
        <dsp:cNvPr id="0" name=""/>
        <dsp:cNvSpPr/>
      </dsp:nvSpPr>
      <dsp:spPr>
        <a:xfrm>
          <a:off x="4813405" y="3723910"/>
          <a:ext cx="696044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696044" y="1799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>
        <a:off x="5144026" y="3724505"/>
        <a:ext cx="34802" cy="34802"/>
      </dsp:txXfrm>
    </dsp:sp>
    <dsp:sp modelId="{B095683F-763A-4DA4-9061-ED6EA8386CEB}">
      <dsp:nvSpPr>
        <dsp:cNvPr id="0" name=""/>
        <dsp:cNvSpPr/>
      </dsp:nvSpPr>
      <dsp:spPr>
        <a:xfrm>
          <a:off x="5509449" y="3306878"/>
          <a:ext cx="1740110" cy="8700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Scratch</a:t>
          </a:r>
          <a:endParaRPr lang="en-CA" sz="1800" kern="1200" dirty="0"/>
        </a:p>
      </dsp:txBody>
      <dsp:txXfrm>
        <a:off x="5534932" y="3332361"/>
        <a:ext cx="1689144" cy="819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0E883B-34CD-C662-4894-9F17ACB17F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3C337-8F20-DC0E-F086-75F80A1A91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74AA5-8A3E-4FDB-94BB-BF4B31CB4E38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2B551-A114-1711-7660-206556B020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60C49-B3C8-81BE-2872-8D4647B443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A9F605-ADAB-47CB-BC74-76DC0A949A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358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puter_multitasking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Operating_system" TargetMode="External"/><Relationship Id="rId4" Type="http://schemas.openxmlformats.org/officeDocument/2006/relationships/hyperlink" Target="https://en.wikipedia.org/wiki/Multi-user_software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McgillSans-Regular"/>
              </a:rPr>
              <a:t>Our organization aims to advance biomedical research at McGill University by providing workshops and bootcamps on a wide range of computational skills and tools. QLS-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cgillSans-Regular"/>
              </a:rPr>
              <a:t>MiCM</a:t>
            </a:r>
            <a:r>
              <a:rPr lang="en-US" b="0" i="0" dirty="0">
                <a:solidFill>
                  <a:srgbClr val="000000"/>
                </a:solidFill>
                <a:effectLst/>
                <a:latin typeface="McgillSans-Regular"/>
              </a:rPr>
              <a:t> integrates clinical data with research in genomics, epidemiology, imaging, and other areas of biology. Our workshops are offered at various proficiency levels – from beginner to advanced – ensuring all researchers can benefit from our platform.</a:t>
            </a:r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0945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649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UNIX is a family of </a:t>
            </a:r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 tooltip="Computer multitasking"/>
              </a:rPr>
              <a:t>multitasking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4" tooltip="Multi-user software"/>
              </a:rPr>
              <a:t>multi-user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computer </a:t>
            </a:r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5" tooltip="Operating system"/>
              </a:rPr>
              <a:t>operating systems</a:t>
            </a:r>
            <a:endParaRPr lang="en-US" b="0" i="0" u="none" strike="noStrike" dirty="0"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Linux is an open-source reimplementation of the UNIX OS </a:t>
            </a:r>
          </a:p>
          <a:p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Ubuntu is a distribution (flavor) of Linux</a:t>
            </a:r>
          </a:p>
          <a:p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EX: fedora (latest tech) and Mint (transitioners)</a:t>
            </a:r>
          </a:p>
          <a:p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In-car systems use UNIX, android, smart TVs, medical equipment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7291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Kernel (software) </a:t>
            </a:r>
            <a:r>
              <a:rPr lang="en-US" dirty="0">
                <a:sym typeface="Wingdings" panose="05000000000000000000" pitchFamily="2" charset="2"/>
              </a:rPr>
              <a:t> Responsible for managing the system and communication between software and hardware</a:t>
            </a:r>
          </a:p>
          <a:p>
            <a:endParaRPr lang="en-CA" dirty="0">
              <a:sym typeface="Wingdings" panose="05000000000000000000" pitchFamily="2" charset="2"/>
            </a:endParaRPr>
          </a:p>
          <a:p>
            <a:r>
              <a:rPr lang="en-CA" dirty="0">
                <a:sym typeface="Wingdings" panose="05000000000000000000" pitchFamily="2" charset="2"/>
              </a:rPr>
              <a:t>Shell  Intermediary 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5734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computer process</a:t>
            </a:r>
            <a:r>
              <a:rPr lang="en-US" dirty="0"/>
              <a:t> is an instance of a computer program that is being executed by one or many threads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37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refers to the design philosophy behind an UNIX based system/OS</a:t>
            </a:r>
          </a:p>
          <a:p>
            <a:r>
              <a:rPr lang="en-US" dirty="0"/>
              <a:t>Directory </a:t>
            </a:r>
            <a:r>
              <a:rPr lang="en-US" dirty="0">
                <a:sym typeface="Wingdings" panose="05000000000000000000" pitchFamily="2" charset="2"/>
              </a:rPr>
              <a:t> Special files that contain lists of other files.</a:t>
            </a:r>
          </a:p>
          <a:p>
            <a:r>
              <a:rPr lang="en-US" dirty="0">
                <a:sym typeface="Wingdings" panose="05000000000000000000" pitchFamily="2" charset="2"/>
              </a:rPr>
              <a:t>Streamlined design and more efficient resource management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394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 </a:t>
            </a:r>
            <a:r>
              <a:rPr lang="en-US" dirty="0">
                <a:sym typeface="Wingdings" panose="05000000000000000000" pitchFamily="2" charset="2"/>
              </a:rPr>
              <a:t> essential User Binaries</a:t>
            </a:r>
          </a:p>
          <a:p>
            <a:r>
              <a:rPr lang="en-CA" dirty="0"/>
              <a:t>Dev </a:t>
            </a:r>
            <a:r>
              <a:rPr lang="en-CA" dirty="0">
                <a:sym typeface="Wingdings" panose="05000000000000000000" pitchFamily="2" charset="2"/>
              </a:rPr>
              <a:t> device files</a:t>
            </a:r>
          </a:p>
          <a:p>
            <a:r>
              <a:rPr lang="en-CA" dirty="0" err="1">
                <a:sym typeface="Wingdings" panose="05000000000000000000" pitchFamily="2" charset="2"/>
              </a:rPr>
              <a:t>Etc</a:t>
            </a:r>
            <a:r>
              <a:rPr lang="en-CA" dirty="0">
                <a:sym typeface="Wingdings" panose="05000000000000000000" pitchFamily="2" charset="2"/>
              </a:rPr>
              <a:t>  Configuration files</a:t>
            </a:r>
          </a:p>
          <a:p>
            <a:r>
              <a:rPr lang="en-CA" dirty="0" err="1"/>
              <a:t>Opt</a:t>
            </a:r>
            <a:r>
              <a:rPr lang="en-CA" dirty="0"/>
              <a:t> -&gt; optional software</a:t>
            </a:r>
          </a:p>
          <a:p>
            <a:r>
              <a:rPr lang="en-CA" dirty="0" err="1"/>
              <a:t>Sbin</a:t>
            </a:r>
            <a:r>
              <a:rPr lang="en-CA" dirty="0"/>
              <a:t> </a:t>
            </a:r>
            <a:r>
              <a:rPr lang="en-CA" dirty="0">
                <a:sym typeface="Wingdings" panose="05000000000000000000" pitchFamily="2" charset="2"/>
              </a:rPr>
              <a:t> system admin binaries ex: shutdown and config</a:t>
            </a:r>
            <a:endParaRPr lang="en-CA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7460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8004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966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Read (r)</a:t>
            </a:r>
            <a:r>
              <a:rPr lang="en-US" dirty="0"/>
              <a:t> = 4 </a:t>
            </a:r>
            <a:r>
              <a:rPr lang="en-US" b="1" dirty="0"/>
              <a:t>Write (w)</a:t>
            </a:r>
            <a:r>
              <a:rPr lang="en-US" dirty="0"/>
              <a:t> = 2 </a:t>
            </a:r>
            <a:r>
              <a:rPr lang="en-US" b="1" dirty="0"/>
              <a:t>Execute (x)</a:t>
            </a:r>
            <a:r>
              <a:rPr lang="en-US" dirty="0"/>
              <a:t> = 1</a:t>
            </a:r>
          </a:p>
          <a:p>
            <a:r>
              <a:rPr lang="en-CA" dirty="0" err="1"/>
              <a:t>chmod</a:t>
            </a:r>
            <a:r>
              <a:rPr lang="en-CA" dirty="0"/>
              <a:t> </a:t>
            </a:r>
            <a:r>
              <a:rPr lang="en-CA" dirty="0" err="1"/>
              <a:t>go+w</a:t>
            </a:r>
            <a:r>
              <a:rPr lang="en-CA" dirty="0"/>
              <a:t> </a:t>
            </a:r>
            <a:endParaRPr lang="en-US" dirty="0"/>
          </a:p>
          <a:p>
            <a:r>
              <a:rPr lang="en-US" dirty="0"/>
              <a:t>Or</a:t>
            </a:r>
          </a:p>
          <a:p>
            <a:r>
              <a:rPr lang="en-CA" dirty="0" err="1"/>
              <a:t>chmod</a:t>
            </a:r>
            <a:r>
              <a:rPr lang="en-CA" dirty="0"/>
              <a:t> 644 test.txt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mkdir</a:t>
            </a:r>
            <a:r>
              <a:rPr lang="en-US" sz="12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~/</a:t>
            </a:r>
            <a:r>
              <a:rPr lang="en-US" sz="12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intro_unix</a:t>
            </a:r>
            <a:endParaRPr lang="en-US" sz="1200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9792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 steep learning curve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3446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5233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6680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7106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.f2.txt is a hidden file so use ls -al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807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#4)Write the numbers from 1 to 10 in a1.txt (one number per line)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echo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"1\n2\n3\n4\n5\n6\n7\n8\n9\n10"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f1.txt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echo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{1..10}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f1.txt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#5)Write the following sequence in .a2.txt (one letter per line)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echo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"a\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na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nb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nb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nb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nc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nc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nc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nc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nd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nd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nd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\n\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nd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\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nd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.f2.txt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#6)List all the contents of the directory 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ls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-la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.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#7) Change the name of .f2.txt to f2.txt 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mv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.f2.txt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f2.txt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#8) Change the permissions of f1.txt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chmod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go-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rwx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f1.txt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#9) Write the contents of f1.txt and f2.txt to a new file f3.txt 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head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-10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f1.txt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cat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f2.txt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f3.txt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0222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649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6028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local variables as well briefly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42085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Substring extraction</a:t>
            </a:r>
          </a:p>
          <a:p>
            <a:r>
              <a:rPr lang="en-CA" dirty="0"/>
              <a:t>string="Hello, World!“ </a:t>
            </a:r>
          </a:p>
          <a:p>
            <a:r>
              <a:rPr lang="en-CA" dirty="0"/>
              <a:t>substring=${string:7}</a:t>
            </a:r>
          </a:p>
          <a:p>
            <a:r>
              <a:rPr lang="en-CA" dirty="0"/>
              <a:t>echo "Substring: $substring“</a:t>
            </a:r>
          </a:p>
          <a:p>
            <a:endParaRPr lang="en-CA" dirty="0"/>
          </a:p>
          <a:p>
            <a:r>
              <a:rPr lang="en-CA" dirty="0"/>
              <a:t>Suffix removal</a:t>
            </a:r>
          </a:p>
          <a:p>
            <a:r>
              <a:rPr lang="en-CA" dirty="0" err="1"/>
              <a:t>url</a:t>
            </a:r>
            <a:r>
              <a:rPr lang="en-CA" dirty="0"/>
              <a:t>="http://example.com/index.html“</a:t>
            </a:r>
          </a:p>
          <a:p>
            <a:r>
              <a:rPr lang="en-CA" dirty="0" err="1"/>
              <a:t>baseurl</a:t>
            </a:r>
            <a:r>
              <a:rPr lang="en-CA" dirty="0"/>
              <a:t>=${url%.html}</a:t>
            </a:r>
          </a:p>
          <a:p>
            <a:r>
              <a:rPr lang="en-CA" dirty="0"/>
              <a:t>echo "Base URL: $</a:t>
            </a:r>
            <a:r>
              <a:rPr lang="en-CA" dirty="0" err="1"/>
              <a:t>baseurl</a:t>
            </a:r>
            <a:r>
              <a:rPr lang="en-CA" dirty="0"/>
              <a:t>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97823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string="Hello, World!“</a:t>
            </a:r>
          </a:p>
          <a:p>
            <a:r>
              <a:rPr lang="en-US" dirty="0" err="1"/>
              <a:t>new_string</a:t>
            </a:r>
            <a:r>
              <a:rPr lang="en-US" dirty="0"/>
              <a:t>=${string/World/Bash}</a:t>
            </a:r>
            <a:endParaRPr lang="en-CA" dirty="0"/>
          </a:p>
          <a:p>
            <a:r>
              <a:rPr lang="en-US" dirty="0"/>
              <a:t>echo "Modified string: $</a:t>
            </a:r>
            <a:r>
              <a:rPr lang="en-US" dirty="0" err="1"/>
              <a:t>new_string</a:t>
            </a:r>
            <a:r>
              <a:rPr lang="en-US" dirty="0"/>
              <a:t>"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3262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D2899-229C-DCC2-EE9E-71AB994EC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0960C-5A70-2C7E-27B0-386D13940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660BA-BCBC-9ACF-A8CC-444CEE526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3341C-9DB6-D670-E713-08A6F11B1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1456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especially useful for handling columnar data and performing tasks like pattern matching, text extraction, and data manipulation.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8467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6979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#!/bin/sh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1) Go to the directory and list the files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../data/ho2/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&amp;&amp;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ls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2) Count lines that start with a ","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grep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"^,"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wc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3) Convert csv into </a:t>
            </a:r>
            <a:r>
              <a:rPr lang="en-CA" b="0" i="1" dirty="0" err="1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's/,/\t/g'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happiness.complete.csv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4a) Count unique countries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cut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-f1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1d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sort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uniq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wc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75297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#!/bin/sh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1) Go to the directory and list the files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../data/ho2/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&amp;&amp;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ls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2) Count lines that start with a ","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grep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"^,"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wc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3) Convert csv into </a:t>
            </a:r>
            <a:r>
              <a:rPr lang="en-CA" b="0" i="1" dirty="0" err="1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's/,/\t/g'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happiness.complete.csv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4a) Count unique countries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cut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-f1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1d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sort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uniq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wc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-l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4b) Count how many entries of each gender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cut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-f2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1d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sort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uniq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-c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4c) Replace all spaces with “_” within the same file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</a:t>
            </a:r>
            <a:r>
              <a:rPr lang="en-CA" b="0" dirty="0" err="1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i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 /_/g'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4d) Write a new file in which all the countries are written in lowercase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awk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'{print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tolower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($1) "\t" $2 "\t" $3 "\t" $4}'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happiness.complete.lower.tsv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4e) Replace gender column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's/Male/M/'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's/Female/F/'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's/Both/B/'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head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-10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4f) New file with "Both" entries from the countries in the list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grep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countries.txt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awk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 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'/Both/ {print $4 "\t" $3 "\t" $1}'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happiness.complete.both.countries.tsv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6384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4b) Count how many entries of each gender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cut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-f2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1d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sort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uniq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-c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4c) Replace all spaces with “_” within the same file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</a:t>
            </a:r>
            <a:r>
              <a:rPr lang="en-CA" b="0" dirty="0" err="1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i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 /_/g'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4d) Write a new file in which all the countries are written in lowercase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awk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'{print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tolower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($1) "\t" $2 "\t" $3 "\t" $4}'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happiness.complete.lower.tsv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4e) Replace gender column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sed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's/Male/M/'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's/Female/F/'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-e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's/Both/B/'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head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-10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i="1" dirty="0">
                <a:solidFill>
                  <a:srgbClr val="586E75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# 4f) New file with "Both" entries from the countries in the list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b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grep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countries.txt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happiness.complete.tsv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|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68BD2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awk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CB4B1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-F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" "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'/Both/ {print $4 "\t" $3 "\t" $1}'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859900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&gt;</a:t>
            </a:r>
            <a:r>
              <a:rPr lang="en-CA" b="0" dirty="0">
                <a:solidFill>
                  <a:srgbClr val="839496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2AA198"/>
                </a:solidFill>
                <a:effectLst/>
                <a:highlight>
                  <a:srgbClr val="002B36"/>
                </a:highlight>
                <a:latin typeface="Consolas" panose="020B0609020204030204" pitchFamily="49" charset="0"/>
              </a:rPr>
              <a:t>happiness.complete.both.countries.tsv</a:t>
            </a:r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endParaRPr lang="en-CA" b="0" dirty="0">
              <a:solidFill>
                <a:srgbClr val="839496"/>
              </a:solidFill>
              <a:effectLst/>
              <a:highlight>
                <a:srgbClr val="002B36"/>
              </a:highlight>
              <a:latin typeface="Consolas" panose="020B0609020204030204" pitchFamily="49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9814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9061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Special Tests to proceed with loops and such </a:t>
            </a:r>
            <a:r>
              <a:rPr lang="en-US" dirty="0">
                <a:sym typeface="Wingdings" panose="05000000000000000000" pitchFamily="2" charset="2"/>
              </a:rPr>
              <a:t> conditions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2794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0235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039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06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3281" y="60798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585105" cy="4383864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DDB01B34-4658-0BF9-DEB6-F09620837D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38991" y="599635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5"/>
            <a:ext cx="9144000" cy="8996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3431" y="5"/>
            <a:ext cx="3727939" cy="89967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09953"/>
            <a:ext cx="7886700" cy="113347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341" y="2243015"/>
            <a:ext cx="7886700" cy="332008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038216"/>
            <a:ext cx="7886700" cy="3666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8"/>
            <a:ext cx="9146150" cy="121246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</p:grpSp>
      <p:pic>
        <p:nvPicPr>
          <p:cNvPr id="6" name="Picture 5" descr="A close-up of a logo&#10;&#10;Description automatically generated">
            <a:extLst>
              <a:ext uri="{FF2B5EF4-FFF2-40B4-BE49-F238E27FC236}">
                <a16:creationId xmlns:a16="http://schemas.microsoft.com/office/drawing/2014/main" id="{25746FDC-B172-848D-40AE-03399FB3A20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857750" y="6066558"/>
            <a:ext cx="428625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2" r:id="rId3"/>
    <p:sldLayoutId id="2147483663" r:id="rId4"/>
    <p:sldLayoutId id="2147483664" r:id="rId5"/>
    <p:sldLayoutId id="2147483666" r:id="rId6"/>
    <p:sldLayoutId id="2147483667" r:id="rId7"/>
    <p:sldLayoutId id="2147483669" r:id="rId8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mailto:workshop-micm@mcgill.c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mcgill.ca/micm/training/workshops-series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QLS-MiCM/Intro-to-UNIX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nIBu1EFYmBU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o.telecom-paristech.fr/eagan/class/igr204/datasets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hyperlink" Target="UNIX%20cheatshe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548" y="2582090"/>
            <a:ext cx="5172904" cy="1703583"/>
          </a:xfrm>
        </p:spPr>
        <p:txBody>
          <a:bodyPr>
            <a:normAutofit/>
          </a:bodyPr>
          <a:lstStyle/>
          <a:p>
            <a:pPr algn="ctr"/>
            <a:r>
              <a:rPr lang="en-CA" dirty="0">
                <a:latin typeface="Helvetica"/>
                <a:cs typeface="Helvetica"/>
              </a:rPr>
              <a:t>Intro to Unix</a:t>
            </a:r>
            <a:endParaRPr lang="en-CA" dirty="0">
              <a:latin typeface="Helvetica" pitchFamily="2" charset="0"/>
              <a:cs typeface="Helvetic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E6C04-4051-B883-0FFD-0C104B795BCE}"/>
              </a:ext>
            </a:extLst>
          </p:cNvPr>
          <p:cNvSpPr txBox="1"/>
          <p:nvPr/>
        </p:nvSpPr>
        <p:spPr>
          <a:xfrm>
            <a:off x="165136" y="5250705"/>
            <a:ext cx="397303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400" dirty="0">
                <a:latin typeface="Helvetica Light"/>
              </a:rPr>
              <a:t>Workshop Lead: Georgi Merhi</a:t>
            </a:r>
            <a:br>
              <a:rPr lang="en-CA" sz="1400" dirty="0">
                <a:latin typeface="Helvetica Light"/>
              </a:rPr>
            </a:br>
            <a:r>
              <a:rPr lang="en-CA" sz="1400" dirty="0">
                <a:latin typeface="Helvetica Light"/>
              </a:rPr>
              <a:t>Workshop </a:t>
            </a:r>
            <a:r>
              <a:rPr lang="en-CA" sz="1400">
                <a:latin typeface="Helvetica Light"/>
              </a:rPr>
              <a:t>Facilitator:</a:t>
            </a:r>
            <a:endParaRPr lang="en-CA" sz="1400" dirty="0">
              <a:latin typeface="Helvetica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7BC4C-E4DD-4EF8-4690-732D69EB13AE}"/>
              </a:ext>
            </a:extLst>
          </p:cNvPr>
          <p:cNvSpPr txBox="1"/>
          <p:nvPr/>
        </p:nvSpPr>
        <p:spPr>
          <a:xfrm>
            <a:off x="165136" y="6199681"/>
            <a:ext cx="286946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400" dirty="0">
                <a:latin typeface="Helvetica Light"/>
              </a:rPr>
              <a:t>Date: September 25</a:t>
            </a:r>
            <a:r>
              <a:rPr lang="en-CA" sz="1400" baseline="30000" dirty="0">
                <a:latin typeface="Helvetica Light"/>
              </a:rPr>
              <a:t>th</a:t>
            </a:r>
            <a:r>
              <a:rPr lang="en-CA" sz="1400" dirty="0">
                <a:latin typeface="Helvetica Light"/>
              </a:rPr>
              <a:t>, 2026</a:t>
            </a:r>
            <a:endParaRPr lang="en-CA" sz="14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2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12D43-9137-DB7C-570B-E48AB230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8021" y="5284130"/>
            <a:ext cx="3224152" cy="8103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Location: 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550, Sherbrooke Street West, Room 186</a:t>
            </a:r>
            <a:b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Montreal, Quebec</a:t>
            </a:r>
            <a:endParaRPr lang="en-CA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2A9C4-6F5B-9A18-012E-5626D25E3582}"/>
              </a:ext>
            </a:extLst>
          </p:cNvPr>
          <p:cNvSpPr txBox="1"/>
          <p:nvPr/>
        </p:nvSpPr>
        <p:spPr>
          <a:xfrm>
            <a:off x="1438517" y="1344109"/>
            <a:ext cx="628387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u="sng" dirty="0">
                <a:latin typeface="Helvetica" pitchFamily="2" charset="0"/>
              </a:rPr>
              <a:t>Mission statement:</a:t>
            </a:r>
            <a:r>
              <a:rPr lang="en-CA" sz="1800" dirty="0">
                <a:latin typeface="Helvetica" pitchFamily="2" charset="0"/>
              </a:rPr>
              <a:t> d</a:t>
            </a:r>
            <a:r>
              <a:rPr lang="en-CA" sz="1800" b="0" i="0" dirty="0">
                <a:solidFill>
                  <a:srgbClr val="000000"/>
                </a:solidFill>
                <a:effectLst/>
                <a:latin typeface="Helvetica" pitchFamily="2" charset="0"/>
                <a:cs typeface="Calibri"/>
              </a:rPr>
              <a:t>eliver quality workshops designed to help biomedical researchers develop the skills they need to succeed.</a:t>
            </a:r>
            <a:endParaRPr lang="en-CA" sz="1800" dirty="0">
              <a:latin typeface="Helvetica" pitchFamily="2" charset="0"/>
              <a:cs typeface="Calibri"/>
            </a:endParaRPr>
          </a:p>
        </p:txBody>
      </p:sp>
      <p:pic>
        <p:nvPicPr>
          <p:cNvPr id="10" name="Picture 9" descr="A logo with a letter m&#10;&#10;Description automatically generated">
            <a:extLst>
              <a:ext uri="{FF2B5EF4-FFF2-40B4-BE49-F238E27FC236}">
                <a16:creationId xmlns:a16="http://schemas.microsoft.com/office/drawing/2014/main" id="{E494228A-9E5D-1800-FDEC-76055661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183" y="123976"/>
            <a:ext cx="3995634" cy="9642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4C1E59-2F37-F73C-4DFA-8971D19A54AE}"/>
              </a:ext>
            </a:extLst>
          </p:cNvPr>
          <p:cNvSpPr txBox="1"/>
          <p:nvPr/>
        </p:nvSpPr>
        <p:spPr>
          <a:xfrm>
            <a:off x="4373913" y="5231961"/>
            <a:ext cx="46322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Scan the QR code to sign up </a:t>
            </a:r>
          </a:p>
          <a:p>
            <a:pPr algn="ctr"/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for our </a:t>
            </a:r>
            <a:r>
              <a:rPr lang="en-CA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mailing list</a:t>
            </a:r>
            <a:endParaRPr lang="en-CA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D0C58-4777-B836-81EE-F027A53CFFAF}"/>
              </a:ext>
            </a:extLst>
          </p:cNvPr>
          <p:cNvSpPr txBox="1"/>
          <p:nvPr/>
        </p:nvSpPr>
        <p:spPr>
          <a:xfrm>
            <a:off x="398115" y="6254362"/>
            <a:ext cx="459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1800" dirty="0"/>
              <a:t>Contact: </a:t>
            </a:r>
            <a:r>
              <a:rPr lang="en-CA" sz="1800" dirty="0">
                <a:hlinkClick r:id="rId4"/>
              </a:rPr>
              <a:t>workshop-micm@mcgill.ca</a:t>
            </a:r>
            <a:r>
              <a:rPr lang="en-CA" sz="1800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F33DAF-0BC8-3BF8-2426-BFBB4FE8A4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640" y="2699878"/>
            <a:ext cx="3334915" cy="21560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AA47EA-1B6F-748F-0F8F-52EE09D8D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8881" y="2466705"/>
            <a:ext cx="2622358" cy="262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6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2376-9E04-ED70-502E-4CB0F87A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6AE1CEB-BA97-61DD-841E-10CAC5F24A90}"/>
              </a:ext>
            </a:extLst>
          </p:cNvPr>
          <p:cNvSpPr txBox="1"/>
          <p:nvPr/>
        </p:nvSpPr>
        <p:spPr>
          <a:xfrm>
            <a:off x="1674691" y="5660386"/>
            <a:ext cx="6368498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  <a:hlinkClick r:id="rId2"/>
              </a:rPr>
              <a:t>https://www.mcgill.ca/micm/training/workshops-series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9080B-52D5-FF23-C3AA-645939DF1D6E}"/>
              </a:ext>
            </a:extLst>
          </p:cNvPr>
          <p:cNvSpPr txBox="1"/>
          <p:nvPr/>
        </p:nvSpPr>
        <p:spPr>
          <a:xfrm>
            <a:off x="1674691" y="1303823"/>
            <a:ext cx="6498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Fall 2026 Workshop Series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BD6E7-B672-73D5-53F8-08F1EB710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73" y="2371557"/>
            <a:ext cx="7363853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5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69F5-1CB1-A0C5-A0AB-8C0E16D7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BB53-9B9C-129F-A1E3-EEB13FE2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Helvetica"/>
                <a:cs typeface="Helvetica"/>
              </a:rPr>
              <a:t>Outline</a:t>
            </a:r>
            <a:endParaRPr lang="en-US" sz="4400" dirty="0">
              <a:latin typeface="Helvetica" pitchFamily="2" charset="0"/>
              <a:cs typeface="Helvetic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0FD1-C3AF-4B3B-2756-C8EC565B08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sz="2000" u="sng" dirty="0">
                <a:latin typeface="Helvetica" pitchFamily="2" charset="0"/>
                <a:ea typeface="Arial" panose="020B0604020202020204" pitchFamily="34" charset="0"/>
                <a:cs typeface="Helvetica"/>
              </a:rPr>
              <a:t>Module 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UNIX operating system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Filesystem structure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File management operations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Basic commands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sz="2000" u="sng" dirty="0">
                <a:latin typeface="Helvetica" pitchFamily="2" charset="0"/>
                <a:ea typeface="Arial" panose="020B0604020202020204" pitchFamily="34" charset="0"/>
                <a:cs typeface="Helvetica"/>
              </a:rPr>
              <a:t>Module 2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Pipes and redirects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Variables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Pattern matching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Text processing</a:t>
            </a:r>
            <a:endParaRPr lang="en-CA" sz="2000" dirty="0">
              <a:latin typeface="Helvetica"/>
              <a:ea typeface="Arial" panose="020B0604020202020204" pitchFamily="34" charset="0"/>
              <a:cs typeface="Helvetica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000" dirty="0">
              <a:latin typeface="Helvetica"/>
              <a:ea typeface="Arial" panose="020B0604020202020204" pitchFamily="34" charset="0"/>
              <a:cs typeface="Helvetica"/>
            </a:endParaRPr>
          </a:p>
          <a:p>
            <a:pPr marL="457200" lvl="1" indent="-446088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b="1">
                <a:latin typeface="Helvetica" pitchFamily="2" charset="0"/>
                <a:ea typeface="Arial" panose="020B0604020202020204" pitchFamily="34" charset="0"/>
                <a:cs typeface="Helvetica"/>
              </a:rPr>
              <a:t>Material:</a:t>
            </a:r>
            <a:endParaRPr lang="en-CA" sz="2000" b="1" dirty="0">
              <a:latin typeface="Helvetica"/>
              <a:ea typeface="Arial" panose="020B0604020202020204" pitchFamily="34" charset="0"/>
              <a:cs typeface="Helvetica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D5998A-70A1-8C4E-E66C-3A62CB2D7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210160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sz="2000" u="sng" dirty="0">
                <a:latin typeface="Helvetica" pitchFamily="2" charset="0"/>
                <a:ea typeface="Arial" panose="020B0604020202020204" pitchFamily="34" charset="0"/>
                <a:cs typeface="Helvetica"/>
              </a:rPr>
              <a:t>Module 3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Shell scripting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CA" sz="2000" dirty="0">
                <a:latin typeface="Helvetica" pitchFamily="2" charset="0"/>
                <a:ea typeface="Arial" panose="020B0604020202020204" pitchFamily="34" charset="0"/>
                <a:cs typeface="Helvetica"/>
              </a:rPr>
              <a:t>Control structures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73879-211F-C3C9-2E11-730AFC9FCC2A}"/>
              </a:ext>
            </a:extLst>
          </p:cNvPr>
          <p:cNvSpPr txBox="1"/>
          <p:nvPr/>
        </p:nvSpPr>
        <p:spPr>
          <a:xfrm>
            <a:off x="2159977" y="5469077"/>
            <a:ext cx="60110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2"/>
              </a:rPr>
              <a:t>https://github.com/QLS-MiCM/Intro-to-UNIX</a:t>
            </a:r>
            <a:r>
              <a:rPr lang="en-US" sz="2000" dirty="0"/>
              <a:t>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42620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5801-2656-047A-2D90-2D2843572E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0904" y="1802503"/>
            <a:ext cx="3631096" cy="2852737"/>
          </a:xfrm>
        </p:spPr>
        <p:txBody>
          <a:bodyPr/>
          <a:lstStyle/>
          <a:p>
            <a:r>
              <a:rPr lang="en-US" dirty="0"/>
              <a:t>Module 1</a:t>
            </a:r>
          </a:p>
        </p:txBody>
      </p:sp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8E8FDFD9-948B-19DC-E27E-E2DAEA0E3196}"/>
              </a:ext>
            </a:extLst>
          </p:cNvPr>
          <p:cNvGraphicFramePr/>
          <p:nvPr/>
        </p:nvGraphicFramePr>
        <p:xfrm>
          <a:off x="4784034" y="1032633"/>
          <a:ext cx="3748947" cy="4792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0231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E427E-4CD7-6641-8ABD-FDA8379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UNIX Operating system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FC45BF4-6B73-8A3E-2C99-07B28BC20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36"/>
          <a:stretch/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43B59-9712-8447-B4C8-582E92AD3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800" dirty="0"/>
              <a:t>General purpose and interactive</a:t>
            </a:r>
          </a:p>
          <a:p>
            <a:r>
              <a:rPr lang="en-US" sz="1800" dirty="0"/>
              <a:t>Multiuser</a:t>
            </a:r>
          </a:p>
          <a:p>
            <a:r>
              <a:rPr lang="en-US" sz="1800" dirty="0"/>
              <a:t>Resource-efficient</a:t>
            </a:r>
          </a:p>
          <a:p>
            <a:r>
              <a:rPr lang="en-US" sz="1800" dirty="0"/>
              <a:t>Hierarchical file system</a:t>
            </a:r>
          </a:p>
          <a:p>
            <a:r>
              <a:rPr lang="en-US" sz="1800" dirty="0"/>
              <a:t>Compatibility (files, devices, processes)</a:t>
            </a:r>
          </a:p>
          <a:p>
            <a:r>
              <a:rPr lang="en-US" sz="1800" dirty="0"/>
              <a:t>Time sharing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902F5-8BCC-D309-A3BD-47151BFEF129}"/>
              </a:ext>
            </a:extLst>
          </p:cNvPr>
          <p:cNvSpPr txBox="1"/>
          <p:nvPr/>
        </p:nvSpPr>
        <p:spPr>
          <a:xfrm>
            <a:off x="5017477" y="3167390"/>
            <a:ext cx="7134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Dennis Ritchie (standing) and Ken </a:t>
            </a:r>
            <a:r>
              <a:rPr lang="en-US" sz="1050" dirty="0">
                <a:solidFill>
                  <a:schemeClr val="bg1"/>
                </a:solidFill>
                <a:cs typeface="Bangla Sangam MN" panose="02000000000000000000" pitchFamily="2" charset="0"/>
              </a:rPr>
              <a:t>Thompson</a:t>
            </a:r>
            <a:r>
              <a:rPr lang="en-US" sz="1050" dirty="0">
                <a:solidFill>
                  <a:schemeClr val="bg1"/>
                </a:solidFill>
              </a:rPr>
              <a:t> (seating) at Bell Labs, 1960’s</a:t>
            </a:r>
          </a:p>
        </p:txBody>
      </p:sp>
    </p:spTree>
    <p:extLst>
      <p:ext uri="{BB962C8B-B14F-4D97-AF65-F5344CB8AC3E}">
        <p14:creationId xmlns:p14="http://schemas.microsoft.com/office/powerpoint/2010/main" val="831523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FB852-193A-AF4A-9AC0-821F31835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924C-EC8A-804C-B316-00429AA705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+mj-lt"/>
              </a:rPr>
              <a:t>The kernel</a:t>
            </a:r>
          </a:p>
          <a:p>
            <a:pPr marL="0" indent="0" algn="ctr">
              <a:buNone/>
            </a:pPr>
            <a:endParaRPr lang="en-US" sz="3200" dirty="0">
              <a:latin typeface="+mj-lt"/>
            </a:endParaRPr>
          </a:p>
          <a:p>
            <a:r>
              <a:rPr lang="en-US" sz="2000" dirty="0"/>
              <a:t>The core of the operating system</a:t>
            </a:r>
          </a:p>
          <a:p>
            <a:r>
              <a:rPr lang="en-US" sz="2000" dirty="0"/>
              <a:t>Manages processes’ time, memory and resources </a:t>
            </a:r>
          </a:p>
          <a:p>
            <a:r>
              <a:rPr lang="en-US" sz="2000" dirty="0"/>
              <a:t>Handles file storage </a:t>
            </a:r>
          </a:p>
          <a:p>
            <a:r>
              <a:rPr lang="en-US" sz="2000" dirty="0"/>
              <a:t>Responds to system calls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626CA-F28F-6E48-AB68-8E66E384C0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+mj-lt"/>
              </a:rPr>
              <a:t>The shell</a:t>
            </a:r>
          </a:p>
          <a:p>
            <a:pPr marL="0" indent="0" algn="ctr">
              <a:buNone/>
            </a:pPr>
            <a:endParaRPr lang="en-US" sz="3200" dirty="0">
              <a:latin typeface="+mj-lt"/>
            </a:endParaRPr>
          </a:p>
          <a:p>
            <a:r>
              <a:rPr lang="en-US" sz="2000" dirty="0"/>
              <a:t>Let’s the user communicate with the kernel</a:t>
            </a:r>
          </a:p>
          <a:p>
            <a:r>
              <a:rPr lang="en-US" sz="2000" dirty="0"/>
              <a:t> Command line interpreter (CLI)</a:t>
            </a:r>
          </a:p>
          <a:p>
            <a:r>
              <a:rPr lang="en-US" sz="2000" dirty="0"/>
              <a:t>Executes the instructions requested by the user (commands)</a:t>
            </a:r>
          </a:p>
        </p:txBody>
      </p:sp>
    </p:spTree>
    <p:extLst>
      <p:ext uri="{BB962C8B-B14F-4D97-AF65-F5344CB8AC3E}">
        <p14:creationId xmlns:p14="http://schemas.microsoft.com/office/powerpoint/2010/main" val="3461526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4644-CD00-B04B-BF41-6B4269793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951491"/>
          </a:xfrm>
        </p:spPr>
        <p:txBody>
          <a:bodyPr/>
          <a:lstStyle/>
          <a:p>
            <a:r>
              <a:rPr lang="en-US" dirty="0"/>
              <a:t>Files</a:t>
            </a:r>
          </a:p>
        </p:txBody>
      </p:sp>
      <p:pic>
        <p:nvPicPr>
          <p:cNvPr id="9" name="Content Placeholder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EACD713-2EC3-E245-A51D-142853BFBF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947"/>
          <a:stretch/>
        </p:blipFill>
        <p:spPr>
          <a:xfrm>
            <a:off x="628650" y="1159399"/>
            <a:ext cx="7886700" cy="2597157"/>
          </a:xfrm>
        </p:spPr>
      </p:pic>
      <p:pic>
        <p:nvPicPr>
          <p:cNvPr id="4" name="Picture 3" descr="A picture containing calendar&#10;&#10;Description automatically generated">
            <a:extLst>
              <a:ext uri="{FF2B5EF4-FFF2-40B4-BE49-F238E27FC236}">
                <a16:creationId xmlns:a16="http://schemas.microsoft.com/office/drawing/2014/main" id="{3CC56814-EFCA-4E67-0CEA-5BD10F302C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65"/>
          <a:stretch/>
        </p:blipFill>
        <p:spPr>
          <a:xfrm>
            <a:off x="628650" y="3867241"/>
            <a:ext cx="7886700" cy="230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59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FE80A6-DDD4-8649-8BEE-BC8B2F37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4488"/>
            <a:ext cx="7886700" cy="1325565"/>
          </a:xfrm>
        </p:spPr>
        <p:txBody>
          <a:bodyPr/>
          <a:lstStyle/>
          <a:p>
            <a:r>
              <a:rPr lang="en-US"/>
              <a:t>Processes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D071D3-6FE6-6C44-B553-FFE2A3F8CD02}"/>
              </a:ext>
            </a:extLst>
          </p:cNvPr>
          <p:cNvGrpSpPr>
            <a:grpSpLocks noChangeAspect="1"/>
          </p:cNvGrpSpPr>
          <p:nvPr/>
        </p:nvGrpSpPr>
        <p:grpSpPr>
          <a:xfrm>
            <a:off x="1447009" y="1274555"/>
            <a:ext cx="5995073" cy="2482405"/>
            <a:chOff x="759233" y="2058989"/>
            <a:chExt cx="7625532" cy="3157536"/>
          </a:xfrm>
        </p:grpSpPr>
        <p:pic>
          <p:nvPicPr>
            <p:cNvPr id="6" name="Picture 5" descr="Graphical user interface&#10;&#10;Description automatically generated with low confidence">
              <a:extLst>
                <a:ext uri="{FF2B5EF4-FFF2-40B4-BE49-F238E27FC236}">
                  <a16:creationId xmlns:a16="http://schemas.microsoft.com/office/drawing/2014/main" id="{F5F4B7B4-EF5F-1B4A-A12F-392DCA3960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091" b="60086"/>
            <a:stretch/>
          </p:blipFill>
          <p:spPr>
            <a:xfrm>
              <a:off x="759234" y="2058989"/>
              <a:ext cx="7625531" cy="1852611"/>
            </a:xfrm>
            <a:prstGeom prst="rect">
              <a:avLst/>
            </a:prstGeom>
          </p:spPr>
        </p:pic>
        <p:pic>
          <p:nvPicPr>
            <p:cNvPr id="9" name="Picture 8" descr="Graphical user interface, application&#10;&#10;Description automatically generated">
              <a:extLst>
                <a:ext uri="{FF2B5EF4-FFF2-40B4-BE49-F238E27FC236}">
                  <a16:creationId xmlns:a16="http://schemas.microsoft.com/office/drawing/2014/main" id="{D7A7E658-2C1C-CD4E-A1D8-4D850EAB5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9233" y="3897726"/>
              <a:ext cx="7625532" cy="1318799"/>
            </a:xfrm>
            <a:prstGeom prst="rect">
              <a:avLst/>
            </a:prstGeom>
          </p:spPr>
        </p:pic>
      </p:grpSp>
      <p:pic>
        <p:nvPicPr>
          <p:cNvPr id="8" name="Picture 7" descr="Graphical user interface&#10;&#10;Description automatically generated">
            <a:extLst>
              <a:ext uri="{FF2B5EF4-FFF2-40B4-BE49-F238E27FC236}">
                <a16:creationId xmlns:a16="http://schemas.microsoft.com/office/drawing/2014/main" id="{45DB7A9E-CC1E-D8A3-A607-ED3B4BCF32B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879" b="41339"/>
          <a:stretch/>
        </p:blipFill>
        <p:spPr>
          <a:xfrm>
            <a:off x="1447009" y="4000714"/>
            <a:ext cx="5995073" cy="205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79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BDA824A-C455-0668-5AA1-A6141D818E07}"/>
              </a:ext>
            </a:extLst>
          </p:cNvPr>
          <p:cNvSpPr txBox="1">
            <a:spLocks/>
          </p:cNvSpPr>
          <p:nvPr/>
        </p:nvSpPr>
        <p:spPr>
          <a:xfrm>
            <a:off x="1143000" y="2262869"/>
            <a:ext cx="6858000" cy="15647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4200" dirty="0"/>
            </a:br>
            <a:r>
              <a:rPr lang="en-US" sz="4200" dirty="0"/>
              <a:t>Everything is a </a:t>
            </a:r>
            <a:r>
              <a:rPr lang="en-US" sz="4200" b="1" dirty="0"/>
              <a:t>file</a:t>
            </a:r>
            <a:r>
              <a:rPr lang="en-US" sz="4200" dirty="0"/>
              <a:t> or a </a:t>
            </a:r>
            <a:r>
              <a:rPr lang="en-US" sz="4200" b="1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1117933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BFBD810-5AAC-C446-A99E-02B3AF12E2FC}"/>
              </a:ext>
            </a:extLst>
          </p:cNvPr>
          <p:cNvGrpSpPr/>
          <p:nvPr/>
        </p:nvGrpSpPr>
        <p:grpSpPr>
          <a:xfrm>
            <a:off x="0" y="1462089"/>
            <a:ext cx="10064750" cy="4664078"/>
            <a:chOff x="0" y="1690689"/>
            <a:chExt cx="10064750" cy="4664078"/>
          </a:xfrm>
        </p:grpSpPr>
        <p:graphicFrame>
          <p:nvGraphicFramePr>
            <p:cNvPr id="8" name="Diagram 7">
              <a:extLst>
                <a:ext uri="{FF2B5EF4-FFF2-40B4-BE49-F238E27FC236}">
                  <a16:creationId xmlns:a16="http://schemas.microsoft.com/office/drawing/2014/main" id="{BBCCC146-CA69-5347-B044-864E310AE341}"/>
                </a:ext>
              </a:extLst>
            </p:cNvPr>
            <p:cNvGraphicFramePr/>
            <p:nvPr/>
          </p:nvGraphicFramePr>
          <p:xfrm>
            <a:off x="0" y="1690689"/>
            <a:ext cx="10064750" cy="466407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529F23D-D224-BF43-A746-E6CD0077BC8E}"/>
                </a:ext>
              </a:extLst>
            </p:cNvPr>
            <p:cNvSpPr/>
            <p:nvPr/>
          </p:nvSpPr>
          <p:spPr>
            <a:xfrm>
              <a:off x="3657600" y="1690689"/>
              <a:ext cx="4857750" cy="38465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DB82857-154C-2048-B81B-D34C2CDE9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5942"/>
            <a:ext cx="7886700" cy="1603931"/>
          </a:xfrm>
        </p:spPr>
        <p:txBody>
          <a:bodyPr/>
          <a:lstStyle/>
          <a:p>
            <a:r>
              <a:rPr lang="en-US"/>
              <a:t>File system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7126DA-27F2-3F40-A420-92EB632CAA59}"/>
              </a:ext>
            </a:extLst>
          </p:cNvPr>
          <p:cNvSpPr/>
          <p:nvPr/>
        </p:nvSpPr>
        <p:spPr>
          <a:xfrm>
            <a:off x="3733800" y="1699895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Program binaries - commands’ executable files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CF377A-B846-8D40-8CCE-3F2A951C4FC8}"/>
              </a:ext>
            </a:extLst>
          </p:cNvPr>
          <p:cNvSpPr/>
          <p:nvPr/>
        </p:nvSpPr>
        <p:spPr>
          <a:xfrm>
            <a:off x="3733800" y="2193606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Special hardware device files - hard drive, speakers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F06E87-12DB-AC4C-99C3-77E43619DDD4}"/>
              </a:ext>
            </a:extLst>
          </p:cNvPr>
          <p:cNvSpPr/>
          <p:nvPr/>
        </p:nvSpPr>
        <p:spPr>
          <a:xfrm>
            <a:off x="3733800" y="2700017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System configuration files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90097C-2A67-7D42-97C8-AD1A3729865D}"/>
              </a:ext>
            </a:extLst>
          </p:cNvPr>
          <p:cNvSpPr/>
          <p:nvPr/>
        </p:nvSpPr>
        <p:spPr>
          <a:xfrm>
            <a:off x="3733800" y="3204068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Login folder - user specific files, directories and programs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D53AB6-535A-DC43-AD88-868DCA30F8A3}"/>
              </a:ext>
            </a:extLst>
          </p:cNvPr>
          <p:cNvSpPr/>
          <p:nvPr/>
        </p:nvSpPr>
        <p:spPr>
          <a:xfrm>
            <a:off x="3733800" y="3709669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Libraries required by bin and sbin to boot the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532ADC-ACC9-A743-A591-0E8B0E41BD5A}"/>
              </a:ext>
            </a:extLst>
          </p:cNvPr>
          <p:cNvSpPr/>
          <p:nvPr/>
        </p:nvSpPr>
        <p:spPr>
          <a:xfrm>
            <a:off x="3735127" y="4203975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Local user application files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4BD223-2F12-494F-906F-C81086E1672E}"/>
              </a:ext>
            </a:extLst>
          </p:cNvPr>
          <p:cNvSpPr/>
          <p:nvPr/>
        </p:nvSpPr>
        <p:spPr>
          <a:xfrm>
            <a:off x="3733800" y="4708031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Executable programs (binaries) required to start the 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ABF9BB-53EE-7149-B938-19E17290815C}"/>
              </a:ext>
            </a:extLst>
          </p:cNvPr>
          <p:cNvSpPr/>
          <p:nvPr/>
        </p:nvSpPr>
        <p:spPr>
          <a:xfrm>
            <a:off x="3733800" y="5199990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Temporary files which are automatically removed periodically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6A5F66-C39D-804B-B062-7E8C773C7151}"/>
              </a:ext>
            </a:extLst>
          </p:cNvPr>
          <p:cNvSpPr/>
          <p:nvPr/>
        </p:nvSpPr>
        <p:spPr>
          <a:xfrm>
            <a:off x="3733800" y="5712712"/>
            <a:ext cx="4991100" cy="46101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+mj-lt"/>
              </a:rPr>
              <a:t>User-specific system executable programs and data</a:t>
            </a:r>
          </a:p>
        </p:txBody>
      </p:sp>
    </p:spTree>
    <p:extLst>
      <p:ext uri="{BB962C8B-B14F-4D97-AF65-F5344CB8AC3E}">
        <p14:creationId xmlns:p14="http://schemas.microsoft.com/office/powerpoint/2010/main" val="1627304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2857-154C-2048-B81B-D34C2CDE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system structure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BCCC146-CA69-5347-B044-864E310AE3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5534186"/>
              </p:ext>
            </p:extLst>
          </p:nvPr>
        </p:nvGraphicFramePr>
        <p:xfrm>
          <a:off x="0" y="1690689"/>
          <a:ext cx="10064750" cy="4664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921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CFB25-A842-A14F-8890-25B26ACDF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55" y="59426"/>
            <a:ext cx="7886700" cy="818879"/>
          </a:xfrm>
        </p:spPr>
        <p:txBody>
          <a:bodyPr/>
          <a:lstStyle/>
          <a:p>
            <a:r>
              <a:rPr lang="en-US" dirty="0"/>
              <a:t>The terminal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9CFC08-29DD-FE14-265C-1DCCF76F7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8305"/>
            <a:ext cx="9144000" cy="2716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195A94-A626-0186-EA10-F185A11BC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32224"/>
            <a:ext cx="9144000" cy="216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28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Keyboard shortcuts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2183055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Ctrl+A</a:t>
            </a:r>
            <a:endParaRPr lang="en-US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2183055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Ctrl+E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4724402" y="2183055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Ctrl+C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6619876" y="2183055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q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3197466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 to the start of the line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3197466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 to the end of the line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4724402" y="3210166"/>
            <a:ext cx="16256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Stop the current process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6619876" y="3210166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Exist a child process (less, more, etc) </a:t>
            </a:r>
          </a:p>
        </p:txBody>
      </p:sp>
    </p:spTree>
    <p:extLst>
      <p:ext uri="{BB962C8B-B14F-4D97-AF65-F5344CB8AC3E}">
        <p14:creationId xmlns:p14="http://schemas.microsoft.com/office/powerpoint/2010/main" val="417166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E2489-F81E-8125-EE4C-46856859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B6265-023E-0822-33BB-F93E8386E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23083"/>
          </a:xfrm>
        </p:spPr>
        <p:txBody>
          <a:bodyPr/>
          <a:lstStyle/>
          <a:p>
            <a:r>
              <a:rPr lang="en-US" dirty="0"/>
              <a:t>Programs built in the shell that perform specific actions</a:t>
            </a:r>
          </a:p>
        </p:txBody>
      </p:sp>
      <p:pic>
        <p:nvPicPr>
          <p:cNvPr id="5" name="Picture 4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753D7E08-ECA1-FD46-028B-5A61B0E62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06" y="2983644"/>
            <a:ext cx="7045036" cy="170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92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4724402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history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6619876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clear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See active processes and the resources they’re using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Shows the manual page of a command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4724402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List your previous commands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6619876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Clear your terminal window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4EE613-B20B-3D4F-9882-9E993DD8281E}"/>
              </a:ext>
            </a:extLst>
          </p:cNvPr>
          <p:cNvSpPr/>
          <p:nvPr/>
        </p:nvSpPr>
        <p:spPr>
          <a:xfrm>
            <a:off x="4724402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history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6619876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clear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man ls</a:t>
            </a:r>
          </a:p>
          <a:p>
            <a:r>
              <a:rPr lang="en-US" sz="140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man cd</a:t>
            </a:r>
          </a:p>
          <a:p>
            <a:r>
              <a:rPr lang="en-US" sz="140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man htop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htop</a:t>
            </a:r>
          </a:p>
        </p:txBody>
      </p:sp>
    </p:spTree>
    <p:extLst>
      <p:ext uri="{BB962C8B-B14F-4D97-AF65-F5344CB8AC3E}">
        <p14:creationId xmlns:p14="http://schemas.microsoft.com/office/powerpoint/2010/main" val="1052507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whoami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pwd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4724402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Displays current user id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Shows the current directory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4724402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Prints the current directory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4EE613-B20B-3D4F-9882-9E993DD8281E}"/>
              </a:ext>
            </a:extLst>
          </p:cNvPr>
          <p:cNvSpPr/>
          <p:nvPr/>
        </p:nvSpPr>
        <p:spPr>
          <a:xfrm>
            <a:off x="4724402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folder1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pwd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whoami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FC51019-37D5-1C68-C448-92771E9B9819}"/>
              </a:ext>
            </a:extLst>
          </p:cNvPr>
          <p:cNvSpPr/>
          <p:nvPr/>
        </p:nvSpPr>
        <p:spPr>
          <a:xfrm>
            <a:off x="6620400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F06223-018C-D0D1-65E7-490DB6894AE0}"/>
              </a:ext>
            </a:extLst>
          </p:cNvPr>
          <p:cNvSpPr/>
          <p:nvPr/>
        </p:nvSpPr>
        <p:spPr>
          <a:xfrm>
            <a:off x="6620400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Access a directory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D73BFF-C0BD-D4C5-7A21-D8196A3ECF44}"/>
              </a:ext>
            </a:extLst>
          </p:cNvPr>
          <p:cNvSpPr/>
          <p:nvPr/>
        </p:nvSpPr>
        <p:spPr>
          <a:xfrm>
            <a:off x="6620400" y="4914900"/>
            <a:ext cx="1625600" cy="9763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cd folder1</a:t>
            </a:r>
          </a:p>
        </p:txBody>
      </p:sp>
    </p:spTree>
    <p:extLst>
      <p:ext uri="{BB962C8B-B14F-4D97-AF65-F5344CB8AC3E}">
        <p14:creationId xmlns:p14="http://schemas.microsoft.com/office/powerpoint/2010/main" val="3948745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characters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4724402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6619876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~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directory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Parent directory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4724402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Match any and all characters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6619876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 directory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86A3941-4816-2402-D593-2ECDEFFA060D}"/>
              </a:ext>
            </a:extLst>
          </p:cNvPr>
          <p:cNvSpPr/>
          <p:nvPr/>
        </p:nvSpPr>
        <p:spPr>
          <a:xfrm>
            <a:off x="4724402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*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D95B015-2F7C-601E-4C82-7C978375442B}"/>
              </a:ext>
            </a:extLst>
          </p:cNvPr>
          <p:cNvSpPr/>
          <p:nvPr/>
        </p:nvSpPr>
        <p:spPr>
          <a:xfrm>
            <a:off x="27940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8B6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58B6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..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593AE46-3C85-2B20-CE89-A243F3B95E64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B0B15CF-6314-3112-F95C-C4EEBFAF3B91}"/>
              </a:ext>
            </a:extLst>
          </p:cNvPr>
          <p:cNvSpPr/>
          <p:nvPr/>
        </p:nvSpPr>
        <p:spPr>
          <a:xfrm>
            <a:off x="6619876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86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</a:t>
            </a:r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686868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 ~</a:t>
            </a:r>
          </a:p>
        </p:txBody>
      </p:sp>
    </p:spTree>
    <p:extLst>
      <p:ext uri="{BB962C8B-B14F-4D97-AF65-F5344CB8AC3E}">
        <p14:creationId xmlns:p14="http://schemas.microsoft.com/office/powerpoint/2010/main" val="3459797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4644-CD00-B04B-BF41-6B426979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permissions</a:t>
            </a:r>
          </a:p>
        </p:txBody>
      </p:sp>
      <p:pic>
        <p:nvPicPr>
          <p:cNvPr id="11266" name="Picture 2" descr="permissions diagram">
            <a:extLst>
              <a:ext uri="{FF2B5EF4-FFF2-40B4-BE49-F238E27FC236}">
                <a16:creationId xmlns:a16="http://schemas.microsoft.com/office/drawing/2014/main" id="{6E36ECAE-219A-5740-AC75-2C1190CFC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030" y="2688109"/>
            <a:ext cx="6007826" cy="351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03475F-2E2B-1648-BA6B-2086D9C14792}"/>
              </a:ext>
            </a:extLst>
          </p:cNvPr>
          <p:cNvSpPr/>
          <p:nvPr/>
        </p:nvSpPr>
        <p:spPr>
          <a:xfrm>
            <a:off x="0" y="6492874"/>
            <a:ext cx="32015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Adapted from https://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linuxcommand.org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/lc3_lts0090.php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F41E6D-464D-A9BC-6AEE-D036BF8FEFB1}"/>
              </a:ext>
            </a:extLst>
          </p:cNvPr>
          <p:cNvSpPr/>
          <p:nvPr/>
        </p:nvSpPr>
        <p:spPr>
          <a:xfrm>
            <a:off x="1827983" y="1448968"/>
            <a:ext cx="697526" cy="239486"/>
          </a:xfrm>
          <a:prstGeom prst="rect">
            <a:avLst/>
          </a:prstGeom>
          <a:solidFill>
            <a:srgbClr val="69B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User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63E7F6-8097-4325-1745-084CD87A8358}"/>
              </a:ext>
            </a:extLst>
          </p:cNvPr>
          <p:cNvSpPr/>
          <p:nvPr/>
        </p:nvSpPr>
        <p:spPr>
          <a:xfrm>
            <a:off x="2525509" y="1757826"/>
            <a:ext cx="697525" cy="239486"/>
          </a:xfrm>
          <a:prstGeom prst="rect">
            <a:avLst/>
          </a:prstGeom>
          <a:solidFill>
            <a:srgbClr val="6868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Group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3B14E8-7B4A-656A-0047-EC3A0F428176}"/>
              </a:ext>
            </a:extLst>
          </p:cNvPr>
          <p:cNvSpPr/>
          <p:nvPr/>
        </p:nvSpPr>
        <p:spPr>
          <a:xfrm>
            <a:off x="3201517" y="2081588"/>
            <a:ext cx="697524" cy="239486"/>
          </a:xfrm>
          <a:prstGeom prst="rect">
            <a:avLst/>
          </a:prstGeom>
          <a:solidFill>
            <a:srgbClr val="84AC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Other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00D26-B955-F454-2671-41DF6A88FF72}"/>
              </a:ext>
            </a:extLst>
          </p:cNvPr>
          <p:cNvSpPr txBox="1"/>
          <p:nvPr/>
        </p:nvSpPr>
        <p:spPr>
          <a:xfrm>
            <a:off x="6269729" y="1410021"/>
            <a:ext cx="2666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</a:t>
            </a:r>
            <a:r>
              <a:rPr lang="en-US" dirty="0"/>
              <a:t> - read</a:t>
            </a:r>
          </a:p>
          <a:p>
            <a:r>
              <a:rPr lang="en-US" b="1" dirty="0"/>
              <a:t>w </a:t>
            </a:r>
            <a:r>
              <a:rPr lang="en-US" dirty="0"/>
              <a:t>- write</a:t>
            </a:r>
          </a:p>
          <a:p>
            <a:r>
              <a:rPr lang="en-US" b="1" dirty="0"/>
              <a:t>x</a:t>
            </a:r>
            <a:r>
              <a:rPr lang="en-US" dirty="0"/>
              <a:t> - execute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14C51C-8D1C-B07E-98FF-0DEA1F7F5D4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176746" y="1688454"/>
            <a:ext cx="0" cy="999655"/>
          </a:xfrm>
          <a:prstGeom prst="straightConnector1">
            <a:avLst/>
          </a:prstGeom>
          <a:ln w="19050">
            <a:solidFill>
              <a:srgbClr val="69B0A0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DA0B2C-DECA-98E1-9E09-2BC3BFF965BC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2874271" y="1997312"/>
            <a:ext cx="1" cy="690797"/>
          </a:xfrm>
          <a:prstGeom prst="straightConnector1">
            <a:avLst/>
          </a:prstGeom>
          <a:ln w="19050">
            <a:solidFill>
              <a:srgbClr val="686868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B41B5B-A3E9-91EF-F341-B492C2B043E5}"/>
              </a:ext>
            </a:extLst>
          </p:cNvPr>
          <p:cNvCxnSpPr>
            <a:cxnSpLocks/>
          </p:cNvCxnSpPr>
          <p:nvPr/>
        </p:nvCxnSpPr>
        <p:spPr>
          <a:xfrm>
            <a:off x="3547518" y="2272341"/>
            <a:ext cx="2761" cy="403491"/>
          </a:xfrm>
          <a:prstGeom prst="straightConnector1">
            <a:avLst/>
          </a:prstGeom>
          <a:ln w="19050">
            <a:solidFill>
              <a:srgbClr val="84ACB7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379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management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touch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mkdir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4723200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chmod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Creates a new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Creates a new directory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4723200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/>
              <a:t>Change file permissions</a:t>
            </a:r>
          </a:p>
          <a:p>
            <a:pPr algn="ctr"/>
            <a:endParaRPr lang="en-US" sz="1400" dirty="0"/>
          </a:p>
          <a:p>
            <a:pPr algn="ctr"/>
            <a:r>
              <a:rPr lang="en-US" sz="1100" dirty="0"/>
              <a:t>chmod </a:t>
            </a:r>
            <a:r>
              <a:rPr lang="en-US" sz="1100" b="1" dirty="0"/>
              <a:t>[ugo][+-][rwx]</a:t>
            </a:r>
          </a:p>
          <a:p>
            <a:pPr algn="ctr"/>
            <a:endParaRPr lang="en-US" sz="1100" b="1" dirty="0"/>
          </a:p>
          <a:p>
            <a:pPr algn="just"/>
            <a:r>
              <a:rPr lang="en-US" sz="1000" dirty="0"/>
              <a:t>u: user    +: grant     w: write</a:t>
            </a:r>
          </a:p>
          <a:p>
            <a:pPr algn="just"/>
            <a:r>
              <a:rPr lang="en-US" sz="1000" dirty="0"/>
              <a:t>g: group  -: revoke    r: read</a:t>
            </a:r>
          </a:p>
          <a:p>
            <a:pPr algn="just"/>
            <a:r>
              <a:rPr lang="en-US" sz="1000" dirty="0"/>
              <a:t>o: other                 x: execute     </a:t>
            </a:r>
          </a:p>
          <a:p>
            <a:pPr algn="ctr"/>
            <a:endParaRPr lang="en-US" sz="1100" b="1"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47232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chmod o-w f1.txt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4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mkdir</a:t>
            </a:r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~/</a:t>
            </a:r>
            <a:r>
              <a:rPr lang="en-US" sz="14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intro_unix</a:t>
            </a:r>
            <a:endParaRPr lang="en-US" sz="1400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touch f1.txt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FF67D89-ED87-34B7-1445-27F889287FD1}"/>
              </a:ext>
            </a:extLst>
          </p:cNvPr>
          <p:cNvSpPr/>
          <p:nvPr/>
        </p:nvSpPr>
        <p:spPr>
          <a:xfrm>
            <a:off x="6713658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43E84F-E318-D67F-9E0F-5C18D2883354}"/>
              </a:ext>
            </a:extLst>
          </p:cNvPr>
          <p:cNvSpPr/>
          <p:nvPr/>
        </p:nvSpPr>
        <p:spPr>
          <a:xfrm>
            <a:off x="6713658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Prints something to the terminal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3185BAB-0FA2-19D8-A1A4-90BEDCBB88C0}"/>
              </a:ext>
            </a:extLst>
          </p:cNvPr>
          <p:cNvSpPr/>
          <p:nvPr/>
        </p:nvSpPr>
        <p:spPr>
          <a:xfrm>
            <a:off x="6713658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echo “hello world”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0B5F6F-1BA8-1C8F-82A5-A3E09A3E1330}"/>
              </a:ext>
            </a:extLst>
          </p:cNvPr>
          <p:cNvCxnSpPr/>
          <p:nvPr/>
        </p:nvCxnSpPr>
        <p:spPr>
          <a:xfrm flipV="1">
            <a:off x="2684585" y="5990492"/>
            <a:ext cx="457200" cy="4572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864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management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mv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6620400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zcat</a:t>
            </a:r>
            <a:endParaRPr lang="en-US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4723200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Copy a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Move a file or rename 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6620400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the contents of a zipped file(s) to the terminal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4723200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the contents of a file(s) to the terminal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4EE613-B20B-3D4F-9882-9E993DD8281E}"/>
              </a:ext>
            </a:extLst>
          </p:cNvPr>
          <p:cNvSpPr/>
          <p:nvPr/>
        </p:nvSpPr>
        <p:spPr>
          <a:xfrm>
            <a:off x="6620400" y="4914900"/>
            <a:ext cx="1625600" cy="9763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zcat f1.txt.gz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47232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cat f1.txt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mv f1_copy.txt f1.txt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cp f1.txt f1_copy.txt</a:t>
            </a:r>
          </a:p>
        </p:txBody>
      </p:sp>
    </p:spTree>
    <p:extLst>
      <p:ext uri="{BB962C8B-B14F-4D97-AF65-F5344CB8AC3E}">
        <p14:creationId xmlns:p14="http://schemas.microsoft.com/office/powerpoint/2010/main" val="1362211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58" y="16203"/>
            <a:ext cx="7886700" cy="1325565"/>
          </a:xfrm>
        </p:spPr>
        <p:txBody>
          <a:bodyPr/>
          <a:lstStyle/>
          <a:p>
            <a:r>
              <a:rPr lang="en-US" dirty="0"/>
              <a:t>How to edit files in the terminal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1710093" y="1264650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nano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3691293" y="1264650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1710093" y="2157874"/>
            <a:ext cx="1625600" cy="1161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Recommended for plain text files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3691293" y="2146857"/>
            <a:ext cx="1625600" cy="11618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Recommended for code files/scripts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3691293" y="3572107"/>
            <a:ext cx="1625600" cy="75878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vi f1.txt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1710093" y="3572107"/>
            <a:ext cx="1625600" cy="75878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nano f1.txt</a:t>
            </a:r>
          </a:p>
        </p:txBody>
      </p:sp>
      <p:pic>
        <p:nvPicPr>
          <p:cNvPr id="3" name="Picture 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EB260A3-9A36-21D7-4AD7-65AC5893D7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5249"/>
          <a:stretch/>
        </p:blipFill>
        <p:spPr>
          <a:xfrm>
            <a:off x="6063857" y="1470637"/>
            <a:ext cx="2110809" cy="420293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41476BF-88FB-D685-AA7A-2CB01C224467}"/>
              </a:ext>
            </a:extLst>
          </p:cNvPr>
          <p:cNvSpPr/>
          <p:nvPr/>
        </p:nvSpPr>
        <p:spPr>
          <a:xfrm>
            <a:off x="3691293" y="4594326"/>
            <a:ext cx="1625600" cy="9617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Press Esc then hold </a:t>
            </a:r>
          </a:p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Shift+zz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E1E8FA9-1B1C-3A7D-53C9-C5F6DDEE7D1E}"/>
              </a:ext>
            </a:extLst>
          </p:cNvPr>
          <p:cNvSpPr/>
          <p:nvPr/>
        </p:nvSpPr>
        <p:spPr>
          <a:xfrm>
            <a:off x="1737134" y="4583307"/>
            <a:ext cx="1625600" cy="9728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Press Ctrl+X</a:t>
            </a:r>
          </a:p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 Y</a:t>
            </a:r>
          </a:p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Press Enter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46BB95-5AD9-8B06-24E6-3433521B89F3}"/>
              </a:ext>
            </a:extLst>
          </p:cNvPr>
          <p:cNvSpPr/>
          <p:nvPr/>
        </p:nvSpPr>
        <p:spPr>
          <a:xfrm>
            <a:off x="3691293" y="5666289"/>
            <a:ext cx="1625600" cy="49392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 :xq then press Enter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D820A1-E460-6598-F1A5-1CBB83EFE9D9}"/>
              </a:ext>
            </a:extLst>
          </p:cNvPr>
          <p:cNvSpPr txBox="1"/>
          <p:nvPr/>
        </p:nvSpPr>
        <p:spPr>
          <a:xfrm>
            <a:off x="192213" y="3628335"/>
            <a:ext cx="1013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 open the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83199-FD04-DD34-6AA8-11480CFC6497}"/>
              </a:ext>
            </a:extLst>
          </p:cNvPr>
          <p:cNvSpPr txBox="1"/>
          <p:nvPr/>
        </p:nvSpPr>
        <p:spPr>
          <a:xfrm>
            <a:off x="289953" y="5054102"/>
            <a:ext cx="1013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 close the file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8A29345-44AC-BB83-26CD-C9E2EEEE7EAB}"/>
              </a:ext>
            </a:extLst>
          </p:cNvPr>
          <p:cNvSpPr/>
          <p:nvPr/>
        </p:nvSpPr>
        <p:spPr>
          <a:xfrm>
            <a:off x="1198795" y="4594326"/>
            <a:ext cx="303730" cy="1565885"/>
          </a:xfrm>
          <a:prstGeom prst="leftBrac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16818B4-3EBB-A489-EF69-6AE2C732B183}"/>
              </a:ext>
            </a:extLst>
          </p:cNvPr>
          <p:cNvSpPr/>
          <p:nvPr/>
        </p:nvSpPr>
        <p:spPr>
          <a:xfrm>
            <a:off x="1209331" y="3572108"/>
            <a:ext cx="271160" cy="882326"/>
          </a:xfrm>
          <a:prstGeom prst="leftBrac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4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301B90-A615-BDBB-AE78-3FB5D35F8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9" y="2574758"/>
            <a:ext cx="8710863" cy="246647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% cd ~/</a:t>
            </a:r>
            <a:r>
              <a:rPr lang="en-US" sz="2400" dirty="0" err="1">
                <a:solidFill>
                  <a:schemeClr val="accent1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intro_unix</a:t>
            </a:r>
            <a:endParaRPr lang="en-US" sz="2400" dirty="0">
              <a:solidFill>
                <a:schemeClr val="accent1"/>
              </a:solidFill>
              <a:latin typeface="Menlo" panose="020B0609030804020204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400" dirty="0">
                <a:solidFill>
                  <a:schemeClr val="accent1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% mv ~/Downloads/</a:t>
            </a:r>
            <a:r>
              <a:rPr lang="en-US" sz="2400" dirty="0" err="1">
                <a:solidFill>
                  <a:schemeClr val="accent1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r>
              <a:rPr lang="en-US" sz="2400" dirty="0">
                <a:solidFill>
                  <a:schemeClr val="accent1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data/ho1</a:t>
            </a:r>
          </a:p>
          <a:p>
            <a:r>
              <a:rPr lang="en-US" sz="2400" b="1" i="0" dirty="0" err="1">
                <a:solidFill>
                  <a:srgbClr val="69B0A0"/>
                </a:solidFill>
                <a:effectLst/>
                <a:latin typeface="Menlo" panose="020B0609030804020204"/>
              </a:rPr>
              <a:t>scp</a:t>
            </a:r>
            <a:r>
              <a:rPr lang="en-US" sz="2400" b="1" i="0" dirty="0">
                <a:solidFill>
                  <a:srgbClr val="69B0A0"/>
                </a:solidFill>
                <a:effectLst/>
                <a:latin typeface="Menlo" panose="020B0609030804020204"/>
              </a:rPr>
              <a:t> [username]@[IP_address_of_the_server]:[path/of/files/on/server] [path/on/your/machine</a:t>
            </a:r>
            <a:r>
              <a:rPr lang="en-US" sz="2400" b="1" dirty="0">
                <a:solidFill>
                  <a:srgbClr val="69B0A0"/>
                </a:solidFill>
                <a:latin typeface="Menlo" panose="020B0609030804020204"/>
              </a:rPr>
              <a:t>]</a:t>
            </a:r>
            <a:endParaRPr lang="en-US" sz="2400" b="1" dirty="0">
              <a:solidFill>
                <a:srgbClr val="69B0A0"/>
              </a:solidFill>
              <a:latin typeface="Menlo" panose="020B0609030804020204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5D1B8F-8D97-09DD-E296-CCCB556A9DB4}"/>
              </a:ext>
            </a:extLst>
          </p:cNvPr>
          <p:cNvSpPr txBox="1">
            <a:spLocks/>
          </p:cNvSpPr>
          <p:nvPr/>
        </p:nvSpPr>
        <p:spPr>
          <a:xfrm>
            <a:off x="628650" y="2065111"/>
            <a:ext cx="7886700" cy="982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How to download a file and use it in the terminal</a:t>
            </a:r>
          </a:p>
        </p:txBody>
      </p:sp>
    </p:spTree>
    <p:extLst>
      <p:ext uri="{BB962C8B-B14F-4D97-AF65-F5344CB8AC3E}">
        <p14:creationId xmlns:p14="http://schemas.microsoft.com/office/powerpoint/2010/main" val="1074365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management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gzip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gunzip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4723200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Compress a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Decompress a file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4723200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Bundle files with compression (optional)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47232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tar –</a:t>
            </a:r>
            <a:r>
              <a:rPr lang="en-US" sz="14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cvzf</a:t>
            </a:r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cars.tgz</a:t>
            </a:r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f*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gunzip *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gzip</a:t>
            </a:r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8CEC49-DF7D-3744-AD48-F88F03E5DB9A}"/>
              </a:ext>
            </a:extLst>
          </p:cNvPr>
          <p:cNvSpPr/>
          <p:nvPr/>
        </p:nvSpPr>
        <p:spPr>
          <a:xfrm>
            <a:off x="6666300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102941-8831-6144-8195-77B681CE02FF}"/>
              </a:ext>
            </a:extLst>
          </p:cNvPr>
          <p:cNvSpPr/>
          <p:nvPr/>
        </p:nvSpPr>
        <p:spPr>
          <a:xfrm>
            <a:off x="6666300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Removes file(s)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EF8110A-A2DC-DB40-B596-8B106B358537}"/>
              </a:ext>
            </a:extLst>
          </p:cNvPr>
          <p:cNvSpPr/>
          <p:nvPr/>
        </p:nvSpPr>
        <p:spPr>
          <a:xfrm>
            <a:off x="66663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rm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550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management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head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tail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6620400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Print the first N lines of a file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Print the last N lines of a file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6620400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 words, characters lines or bytes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4EE613-B20B-3D4F-9882-9E993DD8281E}"/>
              </a:ext>
            </a:extLst>
          </p:cNvPr>
          <p:cNvSpPr/>
          <p:nvPr/>
        </p:nvSpPr>
        <p:spPr>
          <a:xfrm>
            <a:off x="6620400" y="4914900"/>
            <a:ext cx="1625600" cy="9763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400" dirty="0" err="1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wc</a:t>
            </a:r>
            <a:r>
              <a:rPr lang="en-US" sz="1400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accent4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tail -3 </a:t>
            </a:r>
            <a:r>
              <a:rPr lang="en-US" sz="14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head -3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F5096E6-8BDB-0947-9966-68235CA960DC}"/>
              </a:ext>
            </a:extLst>
          </p:cNvPr>
          <p:cNvSpPr/>
          <p:nvPr/>
        </p:nvSpPr>
        <p:spPr>
          <a:xfrm>
            <a:off x="4728100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75C3B5-3368-4445-932D-DFF969D1A152}"/>
              </a:ext>
            </a:extLst>
          </p:cNvPr>
          <p:cNvSpPr/>
          <p:nvPr/>
        </p:nvSpPr>
        <p:spPr>
          <a:xfrm>
            <a:off x="4728100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contents of a file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63704B4-14F7-654F-850A-ECB0EBE6F52D}"/>
              </a:ext>
            </a:extLst>
          </p:cNvPr>
          <p:cNvSpPr/>
          <p:nvPr/>
        </p:nvSpPr>
        <p:spPr>
          <a:xfrm>
            <a:off x="4728100" y="4914900"/>
            <a:ext cx="1625600" cy="9763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more </a:t>
            </a:r>
            <a:r>
              <a:rPr lang="en-US" sz="14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accent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9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processing commands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2794000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sort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4723200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uniq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columns of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2794000" y="27051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elements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4723200" y="2717800"/>
            <a:ext cx="162560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 set of uniq elements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47232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2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uniq </a:t>
            </a:r>
            <a:r>
              <a:rPr lang="en-US" sz="12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cars.sort.tsv</a:t>
            </a:r>
            <a:endParaRPr lang="en-US" sz="1400" dirty="0">
              <a:solidFill>
                <a:schemeClr val="accent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2793999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sort </a:t>
            </a:r>
            <a:r>
              <a:rPr lang="en-US" sz="12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r>
              <a:rPr lang="en-US" sz="12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 </a:t>
            </a:r>
            <a:r>
              <a:rPr lang="en-US" sz="12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cars.sort.tsv</a:t>
            </a:r>
            <a:endParaRPr lang="en-US" sz="1200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cut –f1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cars.csv</a:t>
            </a:r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&gt; col1.tsv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8CEC49-DF7D-3744-AD48-F88F03E5DB9A}"/>
              </a:ext>
            </a:extLst>
          </p:cNvPr>
          <p:cNvSpPr/>
          <p:nvPr/>
        </p:nvSpPr>
        <p:spPr>
          <a:xfrm>
            <a:off x="6666300" y="1690689"/>
            <a:ext cx="1625600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paste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102941-8831-6144-8195-77B681CE02FF}"/>
              </a:ext>
            </a:extLst>
          </p:cNvPr>
          <p:cNvSpPr/>
          <p:nvPr/>
        </p:nvSpPr>
        <p:spPr>
          <a:xfrm>
            <a:off x="6666300" y="2717800"/>
            <a:ext cx="1625600" cy="171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Paste two files column-wise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EF8110A-A2DC-DB40-B596-8B106B358537}"/>
              </a:ext>
            </a:extLst>
          </p:cNvPr>
          <p:cNvSpPr/>
          <p:nvPr/>
        </p:nvSpPr>
        <p:spPr>
          <a:xfrm>
            <a:off x="6666300" y="49149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paste col1.t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sv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5889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1EAD-3BB2-EB4D-9D02-6F52D9C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15" y="2792412"/>
            <a:ext cx="4343400" cy="1273176"/>
          </a:xfrm>
        </p:spPr>
        <p:txBody>
          <a:bodyPr>
            <a:normAutofit/>
          </a:bodyPr>
          <a:lstStyle/>
          <a:p>
            <a:r>
              <a:rPr lang="en-US" sz="4800" dirty="0"/>
              <a:t>Bonus skill</a:t>
            </a:r>
          </a:p>
        </p:txBody>
      </p:sp>
    </p:spTree>
    <p:extLst>
      <p:ext uri="{BB962C8B-B14F-4D97-AF65-F5344CB8AC3E}">
        <p14:creationId xmlns:p14="http://schemas.microsoft.com/office/powerpoint/2010/main" val="1269200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 your own commands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787400" y="1968499"/>
            <a:ext cx="7175500" cy="6223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vi ~/.bash_profile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AFB738F-2CEE-FD44-82C3-FAE4C0A62D84}"/>
              </a:ext>
            </a:extLst>
          </p:cNvPr>
          <p:cNvSpPr/>
          <p:nvPr/>
        </p:nvSpPr>
        <p:spPr>
          <a:xfrm>
            <a:off x="1612901" y="2806699"/>
            <a:ext cx="6324600" cy="6223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alias ll=“ls –l”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E552F07-068E-F446-9463-D5EF4B557A0D}"/>
              </a:ext>
            </a:extLst>
          </p:cNvPr>
          <p:cNvSpPr/>
          <p:nvPr/>
        </p:nvSpPr>
        <p:spPr>
          <a:xfrm>
            <a:off x="787399" y="3644899"/>
            <a:ext cx="7175500" cy="6223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source ~/.bash_profile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766646F-C090-3F49-A9BF-68871A48B8EA}"/>
              </a:ext>
            </a:extLst>
          </p:cNvPr>
          <p:cNvSpPr/>
          <p:nvPr/>
        </p:nvSpPr>
        <p:spPr>
          <a:xfrm>
            <a:off x="787400" y="4483099"/>
            <a:ext cx="7175500" cy="6223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ll</a:t>
            </a:r>
          </a:p>
        </p:txBody>
      </p:sp>
    </p:spTree>
    <p:extLst>
      <p:ext uri="{BB962C8B-B14F-4D97-AF65-F5344CB8AC3E}">
        <p14:creationId xmlns:p14="http://schemas.microsoft.com/office/powerpoint/2010/main" val="562354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D454651B-645D-F040-AC15-A162BBB5056E}"/>
              </a:ext>
            </a:extLst>
          </p:cNvPr>
          <p:cNvSpPr/>
          <p:nvPr/>
        </p:nvSpPr>
        <p:spPr>
          <a:xfrm>
            <a:off x="4562652" y="1644650"/>
            <a:ext cx="4343400" cy="4394200"/>
          </a:xfrm>
          <a:prstGeom prst="ellipse">
            <a:avLst/>
          </a:prstGeom>
          <a:solidFill>
            <a:srgbClr val="33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394B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11EAD-3BB2-EB4D-9D02-6F52D9C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15" y="2792412"/>
            <a:ext cx="4343400" cy="1273176"/>
          </a:xfrm>
        </p:spPr>
        <p:txBody>
          <a:bodyPr>
            <a:normAutofit/>
          </a:bodyPr>
          <a:lstStyle/>
          <a:p>
            <a:r>
              <a:rPr lang="en-US" sz="4800" dirty="0"/>
              <a:t>Hands on 1</a:t>
            </a:r>
          </a:p>
        </p:txBody>
      </p:sp>
      <p:pic>
        <p:nvPicPr>
          <p:cNvPr id="18" name="Graphic 17" descr="Web design outline">
            <a:extLst>
              <a:ext uri="{FF2B5EF4-FFF2-40B4-BE49-F238E27FC236}">
                <a16:creationId xmlns:a16="http://schemas.microsoft.com/office/drawing/2014/main" id="{F16A4D30-47DC-274C-BA44-AF77F248C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177" y="2187575"/>
            <a:ext cx="3308350" cy="33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38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DAFBE-43CD-A581-44A4-9A7544606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5741"/>
            <a:ext cx="7886700" cy="473122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</a:rPr>
              <a:t>Print the current directory and user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</a:rPr>
              <a:t>Create  a directory named </a:t>
            </a:r>
            <a:r>
              <a:rPr lang="en-US" sz="2000" dirty="0" err="1">
                <a:solidFill>
                  <a:schemeClr val="accent2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intro_unix</a:t>
            </a:r>
            <a:r>
              <a:rPr lang="en-US" sz="2000" dirty="0">
                <a:solidFill>
                  <a:schemeClr val="accent2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2000" dirty="0">
                <a:latin typeface="Menlo" panose="020B0609030804020204"/>
              </a:rPr>
              <a:t>in the home directory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</a:rPr>
              <a:t>Create a directory called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</a:rPr>
              <a:t>data </a:t>
            </a:r>
            <a:r>
              <a:rPr lang="en-US" sz="2000" dirty="0">
                <a:latin typeface="Menlo" panose="020B0609030804020204"/>
              </a:rPr>
              <a:t>within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</a:rPr>
              <a:t> </a:t>
            </a:r>
            <a:r>
              <a:rPr lang="en-US" sz="2000" dirty="0" err="1">
                <a:solidFill>
                  <a:srgbClr val="3394BA"/>
                </a:solidFill>
                <a:latin typeface="Menlo" panose="020B0609030804020204"/>
              </a:rPr>
              <a:t>intro_unix</a:t>
            </a:r>
            <a:endParaRPr lang="en-US" sz="2000" dirty="0">
              <a:solidFill>
                <a:srgbClr val="3394BA"/>
              </a:solidFill>
              <a:latin typeface="Menlo" panose="020B060903080402020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</a:rPr>
              <a:t>Create a sub-directories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</a:rPr>
              <a:t>ho1 ho2 and ho3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</a:rPr>
              <a:t>Create a directory called 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folder1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under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data/ho1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Go into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cs typeface="Courier New" panose="02070309020205020404" pitchFamily="49" charset="0"/>
              </a:rPr>
              <a:t>folder1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 and create two files: 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f1.txt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and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.f2.txt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Write the numbers from 1 to 10 in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f1.txt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(one number per line)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Write the following sequence in </a:t>
            </a:r>
            <a:r>
              <a:rPr lang="en-US" sz="2000" dirty="0">
                <a:solidFill>
                  <a:srgbClr val="3394BA"/>
                </a:solidFill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.f2.txt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(one letter per line)</a:t>
            </a:r>
          </a:p>
          <a:p>
            <a:pPr lvl="1"/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a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a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a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b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b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b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b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c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c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c c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c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d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d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d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d d d </a:t>
            </a:r>
            <a:r>
              <a:rPr lang="en-US" sz="2000" b="1" dirty="0" err="1">
                <a:latin typeface="Menlo" panose="020B0609030804020204"/>
                <a:cs typeface="Courier New" panose="02070309020205020404" pitchFamily="49" charset="0"/>
              </a:rPr>
              <a:t>d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 </a:t>
            </a:r>
            <a:endParaRPr lang="en-US" sz="2000" dirty="0">
              <a:latin typeface="Menlo" panose="020B0609030804020204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51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BEB71-183F-CD49-B121-19FE6E336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8763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List all the contents of the directory (including .f2.txt) – hint: look at the manual of the  </a:t>
            </a:r>
            <a:r>
              <a:rPr lang="en-US" sz="2000" b="1" dirty="0">
                <a:latin typeface="Menlo" panose="020B0609030804020204"/>
                <a:cs typeface="Courier New" panose="02070309020205020404" pitchFamily="49" charset="0"/>
              </a:rPr>
              <a:t>ls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command</a:t>
            </a:r>
            <a:endParaRPr lang="en-US" sz="2000" b="1" dirty="0">
              <a:latin typeface="Menlo" panose="020B0609030804020204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Change the name of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.f2.txt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to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f2.txt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Change the permissions of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f1.txt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so that only the user can read and write the 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Write only the first 10 lines of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f1.txt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and all the lines in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f2.txt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to a new file called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f3.txt </a:t>
            </a:r>
          </a:p>
          <a:p>
            <a:pPr marL="0" indent="0">
              <a:buNone/>
            </a:pPr>
            <a:r>
              <a:rPr lang="en-US" sz="2400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Bonus skill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Using the file </a:t>
            </a:r>
            <a:r>
              <a:rPr lang="en-US" sz="2000" dirty="0" err="1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cars.tsv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Courier New" panose="02070309020205020404" pitchFamily="49" charset="0"/>
              </a:rPr>
              <a:t>List the unique set of countries included in the dataset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>
                <a:latin typeface="Menlo" panose="020B0609030804020204"/>
                <a:cs typeface="Courier New" panose="02070309020205020404" pitchFamily="49" charset="0"/>
              </a:rPr>
              <a:t>Find the number of unique car models </a:t>
            </a:r>
          </a:p>
          <a:p>
            <a:pPr marL="457200" lvl="1" indent="0">
              <a:buNone/>
            </a:pPr>
            <a:endParaRPr lang="en-US" sz="2000" dirty="0">
              <a:latin typeface="Menlo" panose="020B0609030804020204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535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5801-2656-047A-2D90-2D2843572E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0904" y="1802503"/>
            <a:ext cx="3631096" cy="2852737"/>
          </a:xfrm>
        </p:spPr>
        <p:txBody>
          <a:bodyPr/>
          <a:lstStyle/>
          <a:p>
            <a:r>
              <a:rPr lang="en-US" dirty="0"/>
              <a:t>Module 2</a:t>
            </a:r>
          </a:p>
        </p:txBody>
      </p:sp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8E8FDFD9-948B-19DC-E27E-E2DAEA0E3196}"/>
              </a:ext>
            </a:extLst>
          </p:cNvPr>
          <p:cNvGraphicFramePr/>
          <p:nvPr/>
        </p:nvGraphicFramePr>
        <p:xfrm>
          <a:off x="4784034" y="1032633"/>
          <a:ext cx="3748947" cy="4792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354231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3CF2-643C-C94A-B916-21E6709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73FD3-B097-CD46-AD6D-D8DA7336DB12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7886700" cy="10318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way to connect the end of something with the start of something else</a:t>
            </a:r>
          </a:p>
          <a:p>
            <a:r>
              <a:rPr lang="en-US" dirty="0"/>
              <a:t>They are specified with the control operator “ | ”</a:t>
            </a:r>
          </a:p>
          <a:p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098DFA0-8E37-204C-8575-3C024786B57A}"/>
              </a:ext>
            </a:extLst>
          </p:cNvPr>
          <p:cNvSpPr/>
          <p:nvPr/>
        </p:nvSpPr>
        <p:spPr>
          <a:xfrm>
            <a:off x="984250" y="4000501"/>
            <a:ext cx="7175500" cy="87471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cat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</a:rPr>
              <a:t>cars.tsv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 | head -10</a:t>
            </a:r>
          </a:p>
        </p:txBody>
      </p:sp>
    </p:spTree>
    <p:extLst>
      <p:ext uri="{BB962C8B-B14F-4D97-AF65-F5344CB8AC3E}">
        <p14:creationId xmlns:p14="http://schemas.microsoft.com/office/powerpoint/2010/main" val="2137766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Redirect output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1765300" y="17160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3746500" y="17160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45C9F5-6AE8-9F48-901D-1176C9DFDA37}"/>
              </a:ext>
            </a:extLst>
          </p:cNvPr>
          <p:cNvSpPr/>
          <p:nvPr/>
        </p:nvSpPr>
        <p:spPr>
          <a:xfrm>
            <a:off x="5676902" y="17160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1765300" y="27305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Will send the output of the command to a NEW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3746500" y="2730500"/>
            <a:ext cx="16256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Will APPEND the output of the command to a file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8B568-5AFA-7544-A86D-5ED2DF4D2DB9}"/>
              </a:ext>
            </a:extLst>
          </p:cNvPr>
          <p:cNvSpPr/>
          <p:nvPr/>
        </p:nvSpPr>
        <p:spPr>
          <a:xfrm>
            <a:off x="5676902" y="2743200"/>
            <a:ext cx="16256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Redirect output of one command as input to another command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E4EE613-B20B-3D4F-9882-9E993DD8281E}"/>
              </a:ext>
            </a:extLst>
          </p:cNvPr>
          <p:cNvSpPr/>
          <p:nvPr/>
        </p:nvSpPr>
        <p:spPr>
          <a:xfrm>
            <a:off x="5676902" y="4940300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head -1 &lt;(cat </a:t>
            </a:r>
            <a:r>
              <a:rPr lang="en-US" sz="12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files.txt</a:t>
            </a:r>
            <a:r>
              <a:rPr lang="en-US" sz="12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endParaRPr lang="en-US" sz="1400" dirty="0">
              <a:solidFill>
                <a:schemeClr val="accent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3746499" y="49402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folder1 &gt;&gt; </a:t>
            </a:r>
            <a:r>
              <a:rPr lang="en-US" sz="1400" dirty="0" err="1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files.txt</a:t>
            </a:r>
            <a:endParaRPr lang="en-US" sz="1400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1765300" y="49402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ls folder1 &gt; </a:t>
            </a:r>
            <a:r>
              <a:rPr lang="en-US" sz="14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files.txt</a:t>
            </a:r>
            <a:endParaRPr lang="en-US" sz="14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0623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370DB-399A-B34C-8251-EE83E79E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A8C7E-F26C-F846-BCE8-3C3C70BC9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Used to store information</a:t>
            </a:r>
          </a:p>
          <a:p>
            <a:pPr lvl="1"/>
            <a:r>
              <a:rPr lang="en-US" dirty="0"/>
              <a:t>number, text, file name,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The name can only contain:</a:t>
            </a:r>
          </a:p>
          <a:p>
            <a:pPr lvl="1"/>
            <a:r>
              <a:rPr lang="en-US" dirty="0"/>
              <a:t>Letters (a to z or A to Z)</a:t>
            </a:r>
          </a:p>
          <a:p>
            <a:pPr lvl="1"/>
            <a:r>
              <a:rPr lang="en-US" dirty="0"/>
              <a:t>Numbers (0 to 9) *not at the beginning</a:t>
            </a:r>
          </a:p>
          <a:p>
            <a:pPr lvl="1"/>
            <a:r>
              <a:rPr lang="en-US" dirty="0"/>
              <a:t>Underscore (“_”)</a:t>
            </a:r>
          </a:p>
          <a:p>
            <a:r>
              <a:rPr lang="en-US" dirty="0"/>
              <a:t>We can have several types:</a:t>
            </a:r>
          </a:p>
          <a:p>
            <a:pPr lvl="1"/>
            <a:r>
              <a:rPr lang="en-US" dirty="0"/>
              <a:t>Environment variables</a:t>
            </a:r>
          </a:p>
          <a:p>
            <a:pPr lvl="1"/>
            <a:r>
              <a:rPr lang="en-US" dirty="0"/>
              <a:t>Shell variables</a:t>
            </a:r>
          </a:p>
          <a:p>
            <a:pPr lvl="1"/>
            <a:r>
              <a:rPr lang="en-US" dirty="0"/>
              <a:t>Global and local variables</a:t>
            </a:r>
          </a:p>
        </p:txBody>
      </p:sp>
    </p:spTree>
    <p:extLst>
      <p:ext uri="{BB962C8B-B14F-4D97-AF65-F5344CB8AC3E}">
        <p14:creationId xmlns:p14="http://schemas.microsoft.com/office/powerpoint/2010/main" val="20236089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4A96-33E0-8A4E-A7C2-84DDCE54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variable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77A8D2B-41DC-7044-88A3-C8C822FED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46127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Are variables that are accessible from any part of a script, within functions and sourced scripts.</a:t>
            </a:r>
          </a:p>
          <a:p>
            <a:r>
              <a:rPr lang="en-US" dirty="0"/>
              <a:t>They do not disappear when the process is done but when the shell session is closed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972B142-86B7-1F49-92BB-65023289338D}"/>
              </a:ext>
            </a:extLst>
          </p:cNvPr>
          <p:cNvSpPr/>
          <p:nvPr/>
        </p:nvSpPr>
        <p:spPr>
          <a:xfrm>
            <a:off x="774700" y="3429000"/>
            <a:ext cx="7175500" cy="132556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MY_NAME_LOCAL=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I_am_groot</a:t>
            </a:r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echo $MY_NAME_LOCAL</a:t>
            </a:r>
          </a:p>
        </p:txBody>
      </p:sp>
    </p:spTree>
    <p:extLst>
      <p:ext uri="{BB962C8B-B14F-4D97-AF65-F5344CB8AC3E}">
        <p14:creationId xmlns:p14="http://schemas.microsoft.com/office/powerpoint/2010/main" val="3564007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4A96-33E0-8A4E-A7C2-84DDCE54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Shell variables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D17B3E-50B0-2644-952A-20C0719FC84F}"/>
              </a:ext>
            </a:extLst>
          </p:cNvPr>
          <p:cNvSpPr/>
          <p:nvPr/>
        </p:nvSpPr>
        <p:spPr>
          <a:xfrm>
            <a:off x="769620" y="3138489"/>
            <a:ext cx="178816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$USER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9B1B24-F622-824C-A6D5-A06D63B67AF3}"/>
              </a:ext>
            </a:extLst>
          </p:cNvPr>
          <p:cNvSpPr/>
          <p:nvPr/>
        </p:nvSpPr>
        <p:spPr>
          <a:xfrm>
            <a:off x="2750820" y="3138489"/>
            <a:ext cx="178816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$HOME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707E018-A7FA-DF4F-B1EA-9BCD7C841889}"/>
              </a:ext>
            </a:extLst>
          </p:cNvPr>
          <p:cNvSpPr/>
          <p:nvPr/>
        </p:nvSpPr>
        <p:spPr>
          <a:xfrm>
            <a:off x="4680020" y="3138489"/>
            <a:ext cx="178816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$PATH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561BE2-A28C-A14F-88BC-2166A66974F5}"/>
              </a:ext>
            </a:extLst>
          </p:cNvPr>
          <p:cNvSpPr/>
          <p:nvPr/>
        </p:nvSpPr>
        <p:spPr>
          <a:xfrm>
            <a:off x="769620" y="4152900"/>
            <a:ext cx="178816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Stores the name of the current user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4FDE9F-AAE5-BF41-BE88-D3383C98032D}"/>
              </a:ext>
            </a:extLst>
          </p:cNvPr>
          <p:cNvSpPr/>
          <p:nvPr/>
        </p:nvSpPr>
        <p:spPr>
          <a:xfrm>
            <a:off x="2750820" y="4152900"/>
            <a:ext cx="178816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Has the path to the user’s home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261950-A99F-AA42-9E74-A8761CE93587}"/>
              </a:ext>
            </a:extLst>
          </p:cNvPr>
          <p:cNvSpPr/>
          <p:nvPr/>
        </p:nvSpPr>
        <p:spPr>
          <a:xfrm>
            <a:off x="4680020" y="4165600"/>
            <a:ext cx="1788160" cy="1714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Contains all the directories where executable files are stored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F0243B-CF24-2647-9853-B87DEFF85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31875"/>
          </a:xfrm>
        </p:spPr>
        <p:txBody>
          <a:bodyPr/>
          <a:lstStyle/>
          <a:p>
            <a:r>
              <a:rPr lang="en-US"/>
              <a:t>Environment variables required by the shell to function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826D8E0-0DB8-2F47-94A3-CBA5AFD83D0B}"/>
              </a:ext>
            </a:extLst>
          </p:cNvPr>
          <p:cNvSpPr/>
          <p:nvPr/>
        </p:nvSpPr>
        <p:spPr>
          <a:xfrm>
            <a:off x="6609220" y="3138489"/>
            <a:ext cx="1788160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$PWD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D5F132-6166-0B4A-816C-CCA80777FB5B}"/>
              </a:ext>
            </a:extLst>
          </p:cNvPr>
          <p:cNvSpPr/>
          <p:nvPr/>
        </p:nvSpPr>
        <p:spPr>
          <a:xfrm>
            <a:off x="6609220" y="4165600"/>
            <a:ext cx="1788160" cy="1714500"/>
          </a:xfrm>
          <a:prstGeom prst="rect">
            <a:avLst/>
          </a:prstGeom>
          <a:solidFill>
            <a:schemeClr val="accent4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Contains the path of the current directory </a:t>
            </a:r>
          </a:p>
        </p:txBody>
      </p:sp>
    </p:spTree>
    <p:extLst>
      <p:ext uri="{BB962C8B-B14F-4D97-AF65-F5344CB8AC3E}">
        <p14:creationId xmlns:p14="http://schemas.microsoft.com/office/powerpoint/2010/main" val="38543638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5BFE3-AE20-C846-A04B-0E2A2C34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1259C-40A5-D941-9214-5DD600E1E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31875"/>
          </a:xfrm>
        </p:spPr>
        <p:txBody>
          <a:bodyPr/>
          <a:lstStyle/>
          <a:p>
            <a:r>
              <a:rPr lang="en-US" dirty="0"/>
              <a:t>Are available to any process in the shell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7D8FA1-1A9A-E549-96AB-F3B44A796B01}"/>
              </a:ext>
            </a:extLst>
          </p:cNvPr>
          <p:cNvSpPr/>
          <p:nvPr/>
        </p:nvSpPr>
        <p:spPr>
          <a:xfrm>
            <a:off x="787400" y="3208337"/>
            <a:ext cx="7175500" cy="132556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export MY_NAME=Larisa</a:t>
            </a:r>
          </a:p>
          <a:p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echo $MY_NAME</a:t>
            </a:r>
          </a:p>
        </p:txBody>
      </p:sp>
    </p:spTree>
    <p:extLst>
      <p:ext uri="{BB962C8B-B14F-4D97-AF65-F5344CB8AC3E}">
        <p14:creationId xmlns:p14="http://schemas.microsoft.com/office/powerpoint/2010/main" val="4904280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93F3-B3FF-B64A-B0DB-1EC9F94B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expansions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8017-C4F0-544F-9F05-E7D857AC0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Substituting the variable with its value</a:t>
            </a:r>
          </a:p>
          <a:p>
            <a:r>
              <a:rPr lang="en-US" dirty="0"/>
              <a:t>It occurs before calling a command</a:t>
            </a:r>
          </a:p>
          <a:p>
            <a:r>
              <a:rPr lang="en-US" dirty="0"/>
              <a:t>If the result contains spaces, the expansion should be quoted</a:t>
            </a:r>
          </a:p>
          <a:p>
            <a:r>
              <a:rPr lang="en-US" dirty="0"/>
              <a:t>We can use operators to modify the content of the variable before passing it on to a command</a:t>
            </a:r>
          </a:p>
        </p:txBody>
      </p:sp>
    </p:spTree>
    <p:extLst>
      <p:ext uri="{BB962C8B-B14F-4D97-AF65-F5344CB8AC3E}">
        <p14:creationId xmlns:p14="http://schemas.microsoft.com/office/powerpoint/2010/main" val="1810447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93F3-B3FF-B64A-B0DB-1EC9F94B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expansions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8017-C4F0-544F-9F05-E7D857AC0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Allow us to modify the content of the variable before passing it to a command</a:t>
            </a:r>
          </a:p>
          <a:p>
            <a:r>
              <a:rPr lang="en-US" dirty="0"/>
              <a:t>Extracting a part of the string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48DC70-6890-F54A-9A84-AF891F51089A}"/>
              </a:ext>
            </a:extLst>
          </p:cNvPr>
          <p:cNvSpPr/>
          <p:nvPr/>
        </p:nvSpPr>
        <p:spPr>
          <a:xfrm>
            <a:off x="984250" y="3753581"/>
            <a:ext cx="222885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${</a:t>
            </a:r>
            <a:r>
              <a:rPr lang="en-US" dirty="0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VAR:offset</a:t>
            </a:r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7381D4-52A1-FD44-840F-57480E28B07D}"/>
              </a:ext>
            </a:extLst>
          </p:cNvPr>
          <p:cNvSpPr/>
          <p:nvPr/>
        </p:nvSpPr>
        <p:spPr>
          <a:xfrm>
            <a:off x="984250" y="4716397"/>
            <a:ext cx="2228850" cy="582611"/>
          </a:xfrm>
          <a:prstGeom prst="roundRect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${</a:t>
            </a:r>
            <a:r>
              <a:rPr lang="en-US" dirty="0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VAR%pattern</a:t>
            </a:r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648941-C07C-E64E-A8B8-0F80FCF8A633}"/>
              </a:ext>
            </a:extLst>
          </p:cNvPr>
          <p:cNvSpPr/>
          <p:nvPr/>
        </p:nvSpPr>
        <p:spPr>
          <a:xfrm>
            <a:off x="3657600" y="3770251"/>
            <a:ext cx="4857750" cy="565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Extracts the content starting from the offset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16F7D6-3ECD-DD42-A207-66511DA421E1}"/>
              </a:ext>
            </a:extLst>
          </p:cNvPr>
          <p:cNvSpPr/>
          <p:nvPr/>
        </p:nvSpPr>
        <p:spPr>
          <a:xfrm>
            <a:off x="3657600" y="4724731"/>
            <a:ext cx="4857750" cy="5659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Extracts the content until it finds the pattern</a:t>
            </a:r>
          </a:p>
        </p:txBody>
      </p:sp>
    </p:spTree>
    <p:extLst>
      <p:ext uri="{BB962C8B-B14F-4D97-AF65-F5344CB8AC3E}">
        <p14:creationId xmlns:p14="http://schemas.microsoft.com/office/powerpoint/2010/main" val="3528770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93F3-B3FF-B64A-B0DB-1EC9F94B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 expansions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8017-C4F0-544F-9F05-E7D857AC0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Replacing substrings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48DC70-6890-F54A-9A84-AF891F51089A}"/>
              </a:ext>
            </a:extLst>
          </p:cNvPr>
          <p:cNvSpPr/>
          <p:nvPr/>
        </p:nvSpPr>
        <p:spPr>
          <a:xfrm>
            <a:off x="984250" y="2864648"/>
            <a:ext cx="306705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${VAR/pattern/replace}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7381D4-52A1-FD44-840F-57480E28B07D}"/>
              </a:ext>
            </a:extLst>
          </p:cNvPr>
          <p:cNvSpPr/>
          <p:nvPr/>
        </p:nvSpPr>
        <p:spPr>
          <a:xfrm>
            <a:off x="984250" y="3810794"/>
            <a:ext cx="3067050" cy="582611"/>
          </a:xfrm>
          <a:prstGeom prst="roundRect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${VAR//pattern/replace}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648941-C07C-E64E-A8B8-0F80FCF8A633}"/>
              </a:ext>
            </a:extLst>
          </p:cNvPr>
          <p:cNvSpPr/>
          <p:nvPr/>
        </p:nvSpPr>
        <p:spPr>
          <a:xfrm>
            <a:off x="4381500" y="2864648"/>
            <a:ext cx="4133850" cy="565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Changes </a:t>
            </a:r>
            <a:r>
              <a:rPr lang="en-US" b="1"/>
              <a:t>pattern</a:t>
            </a:r>
            <a:r>
              <a:rPr lang="en-US"/>
              <a:t> for </a:t>
            </a:r>
            <a:r>
              <a:rPr lang="en-US" b="1"/>
              <a:t>replace</a:t>
            </a:r>
            <a:r>
              <a:rPr lang="en-US"/>
              <a:t> the first time it appears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16F7D6-3ECD-DD42-A207-66511DA421E1}"/>
              </a:ext>
            </a:extLst>
          </p:cNvPr>
          <p:cNvSpPr/>
          <p:nvPr/>
        </p:nvSpPr>
        <p:spPr>
          <a:xfrm>
            <a:off x="4381500" y="3781822"/>
            <a:ext cx="4133850" cy="5659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Changes </a:t>
            </a:r>
            <a:r>
              <a:rPr lang="en-US" b="1"/>
              <a:t>pattern</a:t>
            </a:r>
            <a:r>
              <a:rPr lang="en-US"/>
              <a:t> for </a:t>
            </a:r>
            <a:r>
              <a:rPr lang="en-US" b="1"/>
              <a:t>replace</a:t>
            </a:r>
            <a:r>
              <a:rPr lang="en-US"/>
              <a:t> all the times it appears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23E3486-723C-E747-933C-5A781AB7C4A1}"/>
              </a:ext>
            </a:extLst>
          </p:cNvPr>
          <p:cNvSpPr/>
          <p:nvPr/>
        </p:nvSpPr>
        <p:spPr>
          <a:xfrm>
            <a:off x="984250" y="4756940"/>
            <a:ext cx="3067050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${VAR%pattern}replace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6E6E79-BC60-9844-95CC-8D05F803EA4B}"/>
              </a:ext>
            </a:extLst>
          </p:cNvPr>
          <p:cNvSpPr/>
          <p:nvPr/>
        </p:nvSpPr>
        <p:spPr>
          <a:xfrm>
            <a:off x="4381500" y="4773209"/>
            <a:ext cx="4133850" cy="5659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Extracts content until </a:t>
            </a:r>
            <a:r>
              <a:rPr lang="en-US" b="1"/>
              <a:t>pattern</a:t>
            </a:r>
            <a:r>
              <a:rPr lang="en-US"/>
              <a:t> and writes </a:t>
            </a:r>
            <a:r>
              <a:rPr lang="en-US" b="1"/>
              <a:t>replace</a:t>
            </a:r>
            <a:r>
              <a:rPr lang="en-US"/>
              <a:t> after</a:t>
            </a:r>
          </a:p>
        </p:txBody>
      </p:sp>
    </p:spTree>
    <p:extLst>
      <p:ext uri="{BB962C8B-B14F-4D97-AF65-F5344CB8AC3E}">
        <p14:creationId xmlns:p14="http://schemas.microsoft.com/office/powerpoint/2010/main" val="3015853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Groupings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1912258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(…)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3893458" y="1690689"/>
            <a:ext cx="1625600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{…}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4E0D-0598-4546-A748-FBDC488EA39A}"/>
              </a:ext>
            </a:extLst>
          </p:cNvPr>
          <p:cNvSpPr/>
          <p:nvPr/>
        </p:nvSpPr>
        <p:spPr>
          <a:xfrm>
            <a:off x="5822658" y="1690689"/>
            <a:ext cx="1625600" cy="582611"/>
          </a:xfrm>
          <a:prstGeom prst="roundRect">
            <a:avLst/>
          </a:prstGeom>
          <a:solidFill>
            <a:schemeClr val="accent3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((…))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1912258" y="2705099"/>
            <a:ext cx="1625600" cy="2209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Subshell</a:t>
            </a:r>
          </a:p>
          <a:p>
            <a:pPr algn="ctr"/>
            <a:r>
              <a:rPr lang="en-US" sz="1400"/>
              <a:t>Contains a list of commands. If preceded by $(…) then its expanded to the output of the commands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C4E9F-A2F1-3C47-B112-9603DB5B64FF}"/>
              </a:ext>
            </a:extLst>
          </p:cNvPr>
          <p:cNvSpPr/>
          <p:nvPr/>
        </p:nvSpPr>
        <p:spPr>
          <a:xfrm>
            <a:off x="3893458" y="2705100"/>
            <a:ext cx="1625600" cy="22097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Group commands and affect their parsing. When written as ${VAR} it is a </a:t>
            </a:r>
            <a:r>
              <a:rPr lang="en-US" sz="1400" b="1"/>
              <a:t>parameter expansion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E590DB-4517-1D4F-A382-B6D1E10D7FDF}"/>
              </a:ext>
            </a:extLst>
          </p:cNvPr>
          <p:cNvSpPr/>
          <p:nvPr/>
        </p:nvSpPr>
        <p:spPr>
          <a:xfrm>
            <a:off x="5822658" y="2717800"/>
            <a:ext cx="1625600" cy="2209798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Arithmetic instructions</a:t>
            </a:r>
          </a:p>
          <a:p>
            <a:pPr algn="ctr"/>
            <a:r>
              <a:rPr lang="en-US" sz="1400"/>
              <a:t>They operate at the level of numbers. The expansion is also  $((…))  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F26A6C-3750-DE40-A353-8BCED63734AF}"/>
              </a:ext>
            </a:extLst>
          </p:cNvPr>
          <p:cNvSpPr/>
          <p:nvPr/>
        </p:nvSpPr>
        <p:spPr>
          <a:xfrm>
            <a:off x="5806658" y="5180234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x=2</a:t>
            </a:r>
          </a:p>
          <a:p>
            <a:r>
              <a:rPr lang="en-US" sz="9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y=6</a:t>
            </a:r>
          </a:p>
          <a:p>
            <a:r>
              <a:rPr lang="en-US" sz="9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$(($x+$y))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FCF767-0CD1-8D41-9429-BC8B27B83EFD}"/>
              </a:ext>
            </a:extLst>
          </p:cNvPr>
          <p:cNvSpPr/>
          <p:nvPr/>
        </p:nvSpPr>
        <p:spPr>
          <a:xfrm>
            <a:off x="3893458" y="5180235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x=2 </a:t>
            </a:r>
          </a:p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{x=4} </a:t>
            </a:r>
          </a:p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$x</a:t>
            </a:r>
          </a:p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x=2</a:t>
            </a:r>
          </a:p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(x=4)</a:t>
            </a:r>
          </a:p>
          <a:p>
            <a:r>
              <a:rPr lang="en-US" sz="8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$x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1912258" y="5180235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files=$(ls *xt)</a:t>
            </a:r>
          </a:p>
          <a:p>
            <a:endParaRPr lang="en-US" sz="8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A54AA9-FD9C-DB40-8E19-397A33A5D03E}"/>
              </a:ext>
            </a:extLst>
          </p:cNvPr>
          <p:cNvSpPr/>
          <p:nvPr/>
        </p:nvSpPr>
        <p:spPr>
          <a:xfrm>
            <a:off x="96011" y="6492874"/>
            <a:ext cx="64852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Adapted from https://</a:t>
            </a:r>
            <a:r>
              <a:rPr lang="en-US" sz="1000" err="1">
                <a:solidFill>
                  <a:schemeClr val="accent4"/>
                </a:solidFill>
              </a:rPr>
              <a:t>stackoverflow.com</a:t>
            </a:r>
            <a:r>
              <a:rPr lang="en-US" sz="1000">
                <a:solidFill>
                  <a:schemeClr val="accent4"/>
                </a:solidFill>
              </a:rPr>
              <a:t>/questions/6270440/simple-logical-operators-in-bash</a:t>
            </a:r>
          </a:p>
        </p:txBody>
      </p:sp>
    </p:spTree>
    <p:extLst>
      <p:ext uri="{BB962C8B-B14F-4D97-AF65-F5344CB8AC3E}">
        <p14:creationId xmlns:p14="http://schemas.microsoft.com/office/powerpoint/2010/main" val="42431752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DCB4D-0282-1A4C-BD48-E1739CE4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0408EB-53A5-8F48-9B0A-EACEF8216C24}"/>
              </a:ext>
            </a:extLst>
          </p:cNvPr>
          <p:cNvSpPr/>
          <p:nvPr/>
        </p:nvSpPr>
        <p:spPr>
          <a:xfrm>
            <a:off x="895350" y="2426601"/>
            <a:ext cx="7175500" cy="13255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FILE_NAME=$(ls ../data/ho1 | tail -1)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echo ${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FILE_NAME:4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SUFFIX=${FILE_NAME:4}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A8E422-4D4A-1048-81A8-B0C97D2F790F}"/>
              </a:ext>
            </a:extLst>
          </p:cNvPr>
          <p:cNvSpPr/>
          <p:nvPr/>
        </p:nvSpPr>
        <p:spPr>
          <a:xfrm>
            <a:off x="895350" y="4431399"/>
            <a:ext cx="7175500" cy="13255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% echo ${FILE_NAME%${SUFFIX}}.csv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% echo ${FILE_NAME%_*}.csv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D1A62B-5864-A24D-8616-4D5C244CB629}"/>
              </a:ext>
            </a:extLst>
          </p:cNvPr>
          <p:cNvSpPr txBox="1"/>
          <p:nvPr/>
        </p:nvSpPr>
        <p:spPr>
          <a:xfrm>
            <a:off x="895350" y="1816100"/>
            <a:ext cx="3803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+mj-lt"/>
              </a:rPr>
              <a:t>Extract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26B0DD-1E60-C648-88D7-8540A7FAD86C}"/>
              </a:ext>
            </a:extLst>
          </p:cNvPr>
          <p:cNvSpPr txBox="1"/>
          <p:nvPr/>
        </p:nvSpPr>
        <p:spPr>
          <a:xfrm>
            <a:off x="895350" y="3938245"/>
            <a:ext cx="3803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+mj-lt"/>
              </a:rPr>
              <a:t>Replace</a:t>
            </a:r>
          </a:p>
        </p:txBody>
      </p:sp>
    </p:spTree>
    <p:extLst>
      <p:ext uri="{BB962C8B-B14F-4D97-AF65-F5344CB8AC3E}">
        <p14:creationId xmlns:p14="http://schemas.microsoft.com/office/powerpoint/2010/main" val="3775752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Pattern matching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625600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grep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707B-923A-8D4A-A8ED-31ED2067DDEC}"/>
              </a:ext>
            </a:extLst>
          </p:cNvPr>
          <p:cNvSpPr/>
          <p:nvPr/>
        </p:nvSpPr>
        <p:spPr>
          <a:xfrm>
            <a:off x="812800" y="2705100"/>
            <a:ext cx="16256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Search a pattern in a file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10BE019-48EE-5E43-91EB-1FD444867983}"/>
              </a:ext>
            </a:extLst>
          </p:cNvPr>
          <p:cNvSpPr/>
          <p:nvPr/>
        </p:nvSpPr>
        <p:spPr>
          <a:xfrm>
            <a:off x="812800" y="4914899"/>
            <a:ext cx="1625600" cy="9763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200" dirty="0">
                <a:solidFill>
                  <a:schemeClr val="accent1"/>
                </a:solidFill>
                <a:latin typeface="Menlo" panose="020B0609030804020204" pitchFamily="49" charset="0"/>
              </a:rPr>
              <a:t>grep Male </a:t>
            </a:r>
            <a:r>
              <a:rPr lang="en-US" sz="1200" dirty="0" err="1">
                <a:solidFill>
                  <a:schemeClr val="accent1"/>
                </a:solidFill>
                <a:latin typeface="Menlo" panose="020B0609030804020204" pitchFamily="49" charset="0"/>
              </a:rPr>
              <a:t>happiness.csv</a:t>
            </a:r>
            <a:endParaRPr lang="en-US" sz="12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7A6F24F-8F48-5941-AE8A-A11D4065CD4E}"/>
              </a:ext>
            </a:extLst>
          </p:cNvPr>
          <p:cNvSpPr/>
          <p:nvPr/>
        </p:nvSpPr>
        <p:spPr>
          <a:xfrm>
            <a:off x="3987800" y="1927225"/>
            <a:ext cx="4343400" cy="327024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Country Gender Mean N=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AT </a:t>
            </a:r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Male</a:t>
            </a:r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7.3 471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AT Female 7.3 570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AT Both 7.3 1041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 </a:t>
            </a:r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Male</a:t>
            </a:r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7.8 468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 Female 7.8 542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 Both 7.8 1010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BG </a:t>
            </a:r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Male</a:t>
            </a:r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5.8 416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BG Female 5.8 555</a:t>
            </a:r>
          </a:p>
          <a:p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BG Both 5.8 971</a:t>
            </a:r>
          </a:p>
        </p:txBody>
      </p:sp>
    </p:spTree>
    <p:extLst>
      <p:ext uri="{BB962C8B-B14F-4D97-AF65-F5344CB8AC3E}">
        <p14:creationId xmlns:p14="http://schemas.microsoft.com/office/powerpoint/2010/main" val="42183417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D857-98B6-6E4B-AE8B-D7CCB336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 expressions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2C64A-24B3-6942-9BD7-3CAE15C313F9}"/>
              </a:ext>
            </a:extLst>
          </p:cNvPr>
          <p:cNvSpPr txBox="1"/>
          <p:nvPr/>
        </p:nvSpPr>
        <p:spPr>
          <a:xfrm>
            <a:off x="2127250" y="1848922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Groups and ranges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AE7EB-626A-B141-954A-DD0C73D72715}"/>
              </a:ext>
            </a:extLst>
          </p:cNvPr>
          <p:cNvSpPr txBox="1"/>
          <p:nvPr/>
        </p:nvSpPr>
        <p:spPr>
          <a:xfrm>
            <a:off x="5794585" y="1856344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Character classes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6BC522-99FB-0649-8BEE-359B48F723EE}"/>
              </a:ext>
            </a:extLst>
          </p:cNvPr>
          <p:cNvSpPr/>
          <p:nvPr/>
        </p:nvSpPr>
        <p:spPr>
          <a:xfrm>
            <a:off x="101600" y="6492874"/>
            <a:ext cx="48387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Adapted from https://</a:t>
            </a:r>
            <a:r>
              <a:rPr lang="en-US" sz="1000" err="1">
                <a:solidFill>
                  <a:schemeClr val="accent4"/>
                </a:solidFill>
              </a:rPr>
              <a:t>cheatography.com</a:t>
            </a:r>
            <a:r>
              <a:rPr lang="en-US" sz="1000">
                <a:solidFill>
                  <a:schemeClr val="accent4"/>
                </a:solidFill>
              </a:rPr>
              <a:t>/</a:t>
            </a:r>
            <a:r>
              <a:rPr lang="en-US" sz="1000" err="1">
                <a:solidFill>
                  <a:schemeClr val="accent4"/>
                </a:solidFill>
              </a:rPr>
              <a:t>davechild</a:t>
            </a:r>
            <a:r>
              <a:rPr lang="en-US" sz="1000">
                <a:solidFill>
                  <a:schemeClr val="accent4"/>
                </a:solidFill>
              </a:rPr>
              <a:t>/cheat-sheets/regular-expressions/</a:t>
            </a:r>
          </a:p>
        </p:txBody>
      </p:sp>
      <p:pic>
        <p:nvPicPr>
          <p:cNvPr id="6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8AFF74AC-24FD-7314-E63A-82FFAAB3B2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</a:blip>
          <a:srcRect r="16743" b="10325"/>
          <a:stretch/>
        </p:blipFill>
        <p:spPr>
          <a:xfrm>
            <a:off x="1171575" y="2339974"/>
            <a:ext cx="4171950" cy="3902075"/>
          </a:xfrm>
          <a:prstGeom prst="rect">
            <a:avLst/>
          </a:prstGeom>
          <a:ln>
            <a:solidFill>
              <a:srgbClr val="686868"/>
            </a:solidFill>
          </a:ln>
        </p:spPr>
      </p:pic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2473C56C-53E9-A9F8-E51C-5C13C852E7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</a:blip>
          <a:srcRect t="11478" r="43889" b="23141"/>
          <a:stretch/>
        </p:blipFill>
        <p:spPr>
          <a:xfrm>
            <a:off x="5560764" y="2339974"/>
            <a:ext cx="2728243" cy="2260600"/>
          </a:xfrm>
          <a:prstGeom prst="rect">
            <a:avLst/>
          </a:prstGeom>
          <a:ln>
            <a:solidFill>
              <a:srgbClr val="686868"/>
            </a:solidFill>
          </a:ln>
        </p:spPr>
      </p:pic>
    </p:spTree>
    <p:extLst>
      <p:ext uri="{BB962C8B-B14F-4D97-AF65-F5344CB8AC3E}">
        <p14:creationId xmlns:p14="http://schemas.microsoft.com/office/powerpoint/2010/main" val="12932171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D857-98B6-6E4B-AE8B-D7CCB336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 expressions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2C64A-24B3-6942-9BD7-3CAE15C313F9}"/>
              </a:ext>
            </a:extLst>
          </p:cNvPr>
          <p:cNvSpPr txBox="1"/>
          <p:nvPr/>
        </p:nvSpPr>
        <p:spPr>
          <a:xfrm>
            <a:off x="1432121" y="1784112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Anchors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AE7EB-626A-B141-954A-DD0C73D72715}"/>
              </a:ext>
            </a:extLst>
          </p:cNvPr>
          <p:cNvSpPr txBox="1"/>
          <p:nvPr/>
        </p:nvSpPr>
        <p:spPr>
          <a:xfrm>
            <a:off x="5620758" y="1816417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Quantifiers</a:t>
            </a:r>
          </a:p>
        </p:txBody>
      </p:sp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21E07BC5-D1A7-7543-821F-1983CE9D7D2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704457" y="2246867"/>
            <a:ext cx="3867543" cy="3581400"/>
          </a:xfrm>
          <a:prstGeom prst="rect">
            <a:avLst/>
          </a:prstGeom>
          <a:ln>
            <a:solidFill>
              <a:srgbClr val="686868"/>
            </a:solidFill>
          </a:ln>
        </p:spPr>
      </p:pic>
      <p:pic>
        <p:nvPicPr>
          <p:cNvPr id="12" name="Picture 11" descr="Table&#10;&#10;Description automatically generated">
            <a:extLst>
              <a:ext uri="{FF2B5EF4-FFF2-40B4-BE49-F238E27FC236}">
                <a16:creationId xmlns:a16="http://schemas.microsoft.com/office/drawing/2014/main" id="{01C175D1-5E63-1044-843D-556F74258BDC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4779409" y="2258771"/>
            <a:ext cx="3943298" cy="1149350"/>
          </a:xfrm>
          <a:prstGeom prst="rect">
            <a:avLst/>
          </a:prstGeom>
          <a:ln>
            <a:solidFill>
              <a:srgbClr val="686868"/>
            </a:solidFill>
          </a:ln>
        </p:spPr>
      </p:pic>
      <p:pic>
        <p:nvPicPr>
          <p:cNvPr id="14" name="Picture 1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1B38F84-1B42-8B4F-B410-011C28BE129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4779410" y="3938104"/>
            <a:ext cx="3943298" cy="1888340"/>
          </a:xfrm>
          <a:prstGeom prst="rect">
            <a:avLst/>
          </a:prstGeom>
          <a:ln>
            <a:solidFill>
              <a:srgbClr val="686868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B089E0-C47D-634D-B655-FC80DB5C7567}"/>
              </a:ext>
            </a:extLst>
          </p:cNvPr>
          <p:cNvSpPr txBox="1"/>
          <p:nvPr/>
        </p:nvSpPr>
        <p:spPr>
          <a:xfrm>
            <a:off x="5620758" y="3489789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Special characters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9FF8DD-D270-0641-B7EE-48C65AB6A9FA}"/>
              </a:ext>
            </a:extLst>
          </p:cNvPr>
          <p:cNvSpPr/>
          <p:nvPr/>
        </p:nvSpPr>
        <p:spPr>
          <a:xfrm>
            <a:off x="101600" y="6492874"/>
            <a:ext cx="48387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Adapted from https://</a:t>
            </a:r>
            <a:r>
              <a:rPr lang="en-US" sz="1000" err="1">
                <a:solidFill>
                  <a:schemeClr val="accent4"/>
                </a:solidFill>
              </a:rPr>
              <a:t>cheatography.com</a:t>
            </a:r>
            <a:r>
              <a:rPr lang="en-US" sz="1000">
                <a:solidFill>
                  <a:schemeClr val="accent4"/>
                </a:solidFill>
              </a:rPr>
              <a:t>/</a:t>
            </a:r>
            <a:r>
              <a:rPr lang="en-US" sz="1000" err="1">
                <a:solidFill>
                  <a:schemeClr val="accent4"/>
                </a:solidFill>
              </a:rPr>
              <a:t>davechild</a:t>
            </a:r>
            <a:r>
              <a:rPr lang="en-US" sz="1000">
                <a:solidFill>
                  <a:schemeClr val="accent4"/>
                </a:solidFill>
              </a:rPr>
              <a:t>/cheat-sheets/regular-expressions/</a:t>
            </a:r>
          </a:p>
        </p:txBody>
      </p:sp>
    </p:spTree>
    <p:extLst>
      <p:ext uri="{BB962C8B-B14F-4D97-AF65-F5344CB8AC3E}">
        <p14:creationId xmlns:p14="http://schemas.microsoft.com/office/powerpoint/2010/main" val="36318625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E7EA-7DAD-AB45-9505-67581E28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7C069-D441-AB4D-8DD5-B73E63E1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3378"/>
            <a:ext cx="7886700" cy="4351338"/>
          </a:xfrm>
        </p:spPr>
        <p:txBody>
          <a:bodyPr/>
          <a:lstStyle/>
          <a:p>
            <a:r>
              <a:rPr lang="en-US" dirty="0"/>
              <a:t>All lines that start with a letter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Lines that do not start with a letter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Lines with a country from the list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F1B946-AC54-8B4F-A140-9FAC0AB7CA78}"/>
              </a:ext>
            </a:extLst>
          </p:cNvPr>
          <p:cNvSpPr/>
          <p:nvPr/>
        </p:nvSpPr>
        <p:spPr>
          <a:xfrm>
            <a:off x="968375" y="2281240"/>
            <a:ext cx="7239000" cy="6477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grep -E "^[A-Z]+" </a:t>
            </a:r>
            <a:r>
              <a:rPr lang="en-US" sz="1600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happiness.csv</a:t>
            </a:r>
            <a:endParaRPr lang="en-US" sz="1600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A15B5F-453C-C243-A6AA-DC10D4833AD6}"/>
              </a:ext>
            </a:extLst>
          </p:cNvPr>
          <p:cNvSpPr/>
          <p:nvPr/>
        </p:nvSpPr>
        <p:spPr>
          <a:xfrm>
            <a:off x="952500" y="3690941"/>
            <a:ext cx="7239000" cy="81755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grep -v -E "^[A-Z]+" happiness.csv</a:t>
            </a:r>
          </a:p>
          <a:p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grep  -E "^\W" happiness.csv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7F24004-251D-8E43-A48A-91847AFB9FFB}"/>
              </a:ext>
            </a:extLst>
          </p:cNvPr>
          <p:cNvSpPr/>
          <p:nvPr/>
        </p:nvSpPr>
        <p:spPr>
          <a:xfrm>
            <a:off x="952500" y="5270500"/>
            <a:ext cx="7239000" cy="6477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chemeClr val="accent3"/>
                </a:solidFill>
                <a:latin typeface="Menlo" panose="020B0609030804020204" pitchFamily="49" charset="0"/>
              </a:rPr>
              <a:t>grep -f countries.txt </a:t>
            </a:r>
            <a:r>
              <a:rPr lang="en-US" sz="1600" dirty="0" err="1">
                <a:solidFill>
                  <a:schemeClr val="accent3"/>
                </a:solidFill>
                <a:latin typeface="Menlo" panose="020B0609030804020204" pitchFamily="49" charset="0"/>
              </a:rPr>
              <a:t>happiness.complete.tsv</a:t>
            </a:r>
            <a:endParaRPr lang="en-US" sz="1600" dirty="0">
              <a:solidFill>
                <a:schemeClr val="accent3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9531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E081E-D21F-B28C-9FF8-56231A60A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0AC62-D5FD-6159-20A5-46787BA4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15" y="2792412"/>
            <a:ext cx="4343400" cy="1273176"/>
          </a:xfrm>
        </p:spPr>
        <p:txBody>
          <a:bodyPr>
            <a:normAutofit/>
          </a:bodyPr>
          <a:lstStyle/>
          <a:p>
            <a:r>
              <a:rPr lang="en-US" sz="4800" dirty="0"/>
              <a:t>Bonus skills</a:t>
            </a:r>
          </a:p>
        </p:txBody>
      </p:sp>
    </p:spTree>
    <p:extLst>
      <p:ext uri="{BB962C8B-B14F-4D97-AF65-F5344CB8AC3E}">
        <p14:creationId xmlns:p14="http://schemas.microsoft.com/office/powerpoint/2010/main" val="31063343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3CF2-643C-C94A-B916-21E6709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awk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0159F-7F2D-7F40-8DE1-B9F0FCDFE2FC}"/>
              </a:ext>
            </a:extLst>
          </p:cNvPr>
          <p:cNvSpPr txBox="1"/>
          <p:nvPr/>
        </p:nvSpPr>
        <p:spPr>
          <a:xfrm>
            <a:off x="628650" y="1692278"/>
            <a:ext cx="802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Scripting language that provides much more flexibility for text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9D480-7246-FE4B-B4A5-2A38033DA5E0}"/>
              </a:ext>
            </a:extLst>
          </p:cNvPr>
          <p:cNvSpPr txBox="1"/>
          <p:nvPr/>
        </p:nvSpPr>
        <p:spPr>
          <a:xfrm>
            <a:off x="695324" y="2450424"/>
            <a:ext cx="720770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Built-in functions</a:t>
            </a:r>
          </a:p>
          <a:p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length(string)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tolower(string)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toupper(string)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match(string,pattern)</a:t>
            </a:r>
          </a:p>
          <a:p>
            <a:endParaRPr lang="en-US" sz="20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b="1" dirty="0">
                <a:ea typeface="Menlo" panose="020B0609030804020204" pitchFamily="49" charset="0"/>
                <a:cs typeface="Menlo" panose="020B0609030804020204" pitchFamily="49" charset="0"/>
              </a:rPr>
              <a:t>Built-in variables</a:t>
            </a:r>
          </a:p>
          <a:p>
            <a:endParaRPr lang="en-US" sz="1600" b="1" dirty="0"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dirty="0"/>
              <a:t>Entire line - </a:t>
            </a:r>
            <a:r>
              <a:rPr lang="en-MX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X" dirty="0"/>
              <a:t>Fields (specified by delimiter) - </a:t>
            </a:r>
            <a:r>
              <a:rPr lang="en-MX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$1,$2,…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ctr"/>
            <a:endParaRPr lang="en-US" dirty="0"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ctr"/>
            <a:endParaRPr lang="en-US" dirty="0"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356473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E7EA-7DAD-AB45-9505-67581E28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7C069-D441-AB4D-8DD5-B73E63E1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3378"/>
            <a:ext cx="7886700" cy="4351338"/>
          </a:xfrm>
        </p:spPr>
        <p:txBody>
          <a:bodyPr/>
          <a:lstStyle/>
          <a:p>
            <a:r>
              <a:rPr lang="en-US" sz="2400" dirty="0"/>
              <a:t>Print the 3rd column and then the 1st column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Print columns 1,3 and 2 if they contain the word “Female”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Count the number of characters in “Female” entries only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F1B946-AC54-8B4F-A140-9FAC0AB7CA78}"/>
              </a:ext>
            </a:extLst>
          </p:cNvPr>
          <p:cNvSpPr/>
          <p:nvPr/>
        </p:nvSpPr>
        <p:spPr>
          <a:xfrm>
            <a:off x="952500" y="2259021"/>
            <a:ext cx="7239000" cy="6477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</a:rPr>
              <a:t>awk '{print $3 "\t" $1}' </a:t>
            </a:r>
            <a:r>
              <a:rPr lang="en-US" sz="1600" dirty="0" err="1">
                <a:solidFill>
                  <a:schemeClr val="accent1"/>
                </a:solidFill>
                <a:latin typeface="Menlo" panose="020B0609030804020204" pitchFamily="49" charset="0"/>
              </a:rPr>
              <a:t>happiness.complete.txt</a:t>
            </a:r>
            <a:endParaRPr lang="en-US" sz="1600" dirty="0">
              <a:solidFill>
                <a:schemeClr val="accent1"/>
              </a:solidFill>
              <a:latin typeface="Menlo" panose="020B0609030804020204" pitchFamily="49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A15B5F-453C-C243-A6AA-DC10D4833AD6}"/>
              </a:ext>
            </a:extLst>
          </p:cNvPr>
          <p:cNvSpPr/>
          <p:nvPr/>
        </p:nvSpPr>
        <p:spPr>
          <a:xfrm>
            <a:off x="952500" y="3599664"/>
            <a:ext cx="7239000" cy="81755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</a:rPr>
              <a:t>awk '/Female/ {print $1 "\t" $3 "\t" $2}' </a:t>
            </a:r>
            <a:r>
              <a:rPr lang="en-US" sz="1600" dirty="0" err="1">
                <a:solidFill>
                  <a:schemeClr val="accent2"/>
                </a:solidFill>
                <a:latin typeface="Menlo" panose="020B0609030804020204" pitchFamily="49" charset="0"/>
              </a:rPr>
              <a:t>happiness.complete.txt</a:t>
            </a:r>
            <a:endParaRPr lang="en-US" sz="1600" dirty="0">
              <a:solidFill>
                <a:schemeClr val="accent2"/>
              </a:solidFill>
              <a:latin typeface="Menlo" panose="020B0609030804020204" pitchFamily="49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7F24004-251D-8E43-A48A-91847AFB9FFB}"/>
              </a:ext>
            </a:extLst>
          </p:cNvPr>
          <p:cNvSpPr/>
          <p:nvPr/>
        </p:nvSpPr>
        <p:spPr>
          <a:xfrm>
            <a:off x="952500" y="5110165"/>
            <a:ext cx="7239000" cy="81755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</a:rPr>
              <a:t>awk -F "," '/Female/ { print length($0) "\t" $1 "\t" $2}' </a:t>
            </a:r>
            <a:r>
              <a:rPr lang="en-US" dirty="0" err="1">
                <a:solidFill>
                  <a:schemeClr val="accent3"/>
                </a:solidFill>
                <a:latin typeface="Menlo" panose="020B0609030804020204" pitchFamily="49" charset="0"/>
              </a:rPr>
              <a:t>happiness.complete.</a:t>
            </a:r>
            <a:r>
              <a:rPr lang="en-US" altLang="zh-CN" dirty="0" err="1">
                <a:solidFill>
                  <a:schemeClr val="accent3"/>
                </a:solidFill>
                <a:latin typeface="Menlo" panose="020B0609030804020204" pitchFamily="49" charset="0"/>
              </a:rPr>
              <a:t>t</a:t>
            </a:r>
            <a:r>
              <a:rPr lang="en-US" dirty="0" err="1">
                <a:solidFill>
                  <a:schemeClr val="accent3"/>
                </a:solidFill>
                <a:latin typeface="Menlo" panose="020B0609030804020204" pitchFamily="49" charset="0"/>
              </a:rPr>
              <a:t>sv</a:t>
            </a:r>
            <a:endParaRPr lang="en-US" dirty="0">
              <a:solidFill>
                <a:schemeClr val="accent3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3533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3CF2-643C-C94A-B916-21E6709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0159F-7F2D-7F40-8DE1-B9F0FCDFE2FC}"/>
              </a:ext>
            </a:extLst>
          </p:cNvPr>
          <p:cNvSpPr txBox="1"/>
          <p:nvPr/>
        </p:nvSpPr>
        <p:spPr>
          <a:xfrm>
            <a:off x="628650" y="1692278"/>
            <a:ext cx="802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Command or streamline editor with multiple text processing functionalities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9D480-7246-FE4B-B4A5-2A38033DA5E0}"/>
              </a:ext>
            </a:extLst>
          </p:cNvPr>
          <p:cNvSpPr txBox="1"/>
          <p:nvPr/>
        </p:nvSpPr>
        <p:spPr>
          <a:xfrm>
            <a:off x="695324" y="2450423"/>
            <a:ext cx="726757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Built-in functions</a:t>
            </a:r>
          </a:p>
          <a:p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MX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/search/replace/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for pattern substitution</a:t>
            </a:r>
            <a:r>
              <a:rPr lang="en-US" sz="1600" dirty="0"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/g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– replace all occurrences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/1,/2,…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-  specifying which occurrence to replace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/I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– Ignore case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/w</a:t>
            </a:r>
            <a:r>
              <a:rPr lang="en-US" sz="16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– write to a file with 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/w 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filename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-e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  to run multiple commands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sed -e 's/a/A/' -e 's/b/B/'</a:t>
            </a:r>
          </a:p>
          <a:p>
            <a:endParaRPr lang="en-US" sz="20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ctr"/>
            <a:endParaRPr lang="en-US" dirty="0"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ctr"/>
            <a:endParaRPr lang="en-US" dirty="0"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23484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E7EA-7DAD-AB45-9505-67581E28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7C069-D441-AB4D-8DD5-B73E63E1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3378"/>
            <a:ext cx="7886700" cy="4351338"/>
          </a:xfrm>
        </p:spPr>
        <p:txBody>
          <a:bodyPr/>
          <a:lstStyle/>
          <a:p>
            <a:r>
              <a:rPr lang="en-US" dirty="0"/>
              <a:t>Delete the first line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Replace capital A for lowercase 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Print the first line every 3 lines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F1B946-AC54-8B4F-A140-9FAC0AB7CA78}"/>
              </a:ext>
            </a:extLst>
          </p:cNvPr>
          <p:cNvSpPr/>
          <p:nvPr/>
        </p:nvSpPr>
        <p:spPr>
          <a:xfrm>
            <a:off x="968375" y="2111384"/>
            <a:ext cx="7239000" cy="81755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chemeClr val="accent1"/>
                </a:solidFill>
                <a:latin typeface="Menlo" panose="020B0609030804020204" pitchFamily="49" charset="0"/>
              </a:rPr>
              <a:t>ls -l | sed 1d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A15B5F-453C-C243-A6AA-DC10D4833AD6}"/>
              </a:ext>
            </a:extLst>
          </p:cNvPr>
          <p:cNvSpPr/>
          <p:nvPr/>
        </p:nvSpPr>
        <p:spPr>
          <a:xfrm>
            <a:off x="952500" y="3690941"/>
            <a:ext cx="7239000" cy="81755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</a:rPr>
              <a:t>sed 's/A/a/g' </a:t>
            </a:r>
            <a:r>
              <a:rPr lang="en-US" sz="1600" dirty="0" err="1">
                <a:solidFill>
                  <a:schemeClr val="accent2"/>
                </a:solidFill>
                <a:latin typeface="Menlo" panose="020B0609030804020204" pitchFamily="49" charset="0"/>
              </a:rPr>
              <a:t>happiness.complete.txt</a:t>
            </a:r>
            <a:r>
              <a:rPr lang="en-US" sz="1600" dirty="0">
                <a:solidFill>
                  <a:schemeClr val="accent2"/>
                </a:solidFill>
                <a:latin typeface="Menlo" panose="020B0609030804020204" pitchFamily="49" charset="0"/>
              </a:rPr>
              <a:t> | head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7F24004-251D-8E43-A48A-91847AFB9FFB}"/>
              </a:ext>
            </a:extLst>
          </p:cNvPr>
          <p:cNvSpPr/>
          <p:nvPr/>
        </p:nvSpPr>
        <p:spPr>
          <a:xfrm>
            <a:off x="952500" y="5270500"/>
            <a:ext cx="7239000" cy="6477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69B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</a:t>
            </a:r>
            <a:r>
              <a:rPr lang="en-US" sz="1600" dirty="0">
                <a:solidFill>
                  <a:srgbClr val="69B0A0"/>
                </a:solidFill>
                <a:latin typeface="Menlo" panose="020B0609030804020204" pitchFamily="49" charset="0"/>
              </a:rPr>
              <a:t>awk 'NR % 3 == 0' happiness.csv</a:t>
            </a:r>
          </a:p>
        </p:txBody>
      </p:sp>
    </p:spTree>
    <p:extLst>
      <p:ext uri="{BB962C8B-B14F-4D97-AF65-F5344CB8AC3E}">
        <p14:creationId xmlns:p14="http://schemas.microsoft.com/office/powerpoint/2010/main" val="21481854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D454651B-645D-F040-AC15-A162BBB5056E}"/>
              </a:ext>
            </a:extLst>
          </p:cNvPr>
          <p:cNvSpPr/>
          <p:nvPr/>
        </p:nvSpPr>
        <p:spPr>
          <a:xfrm>
            <a:off x="4562652" y="1644650"/>
            <a:ext cx="4343400" cy="439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394B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11EAD-3BB2-EB4D-9D02-6F52D9C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827" y="3205162"/>
            <a:ext cx="4070173" cy="1273176"/>
          </a:xfrm>
        </p:spPr>
        <p:txBody>
          <a:bodyPr>
            <a:normAutofit fontScale="90000"/>
          </a:bodyPr>
          <a:lstStyle/>
          <a:p>
            <a:r>
              <a:rPr lang="en-US" dirty="0"/>
              <a:t>Hands on 2.1</a:t>
            </a:r>
          </a:p>
        </p:txBody>
      </p:sp>
      <p:pic>
        <p:nvPicPr>
          <p:cNvPr id="3" name="Graphic 2" descr="Web design outline">
            <a:extLst>
              <a:ext uri="{FF2B5EF4-FFF2-40B4-BE49-F238E27FC236}">
                <a16:creationId xmlns:a16="http://schemas.microsoft.com/office/drawing/2014/main" id="{29D0939B-9D1D-8391-FFD5-EDA8DEB6A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177" y="2187575"/>
            <a:ext cx="3308350" cy="33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6597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BEB71-183F-CD49-B121-19FE6E3366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5258" y="1650999"/>
            <a:ext cx="7953348" cy="45497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Menlo" panose="020B0609030804020204"/>
              </a:rPr>
              <a:t>Go to the directory </a:t>
            </a:r>
            <a:r>
              <a:rPr lang="en-US" sz="20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data/ho2 </a:t>
            </a:r>
            <a:r>
              <a:rPr lang="en-US" sz="2400" dirty="0">
                <a:latin typeface="Menlo" panose="020B0609030804020204"/>
              </a:rPr>
              <a:t>and list the files in it (move files there if missing)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Count many ”Female” and “Male” entries are listed in the file </a:t>
            </a:r>
            <a:r>
              <a:rPr lang="en-US" sz="2400" dirty="0" err="1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happinhowess.complete.tsv</a:t>
            </a:r>
            <a:r>
              <a:rPr lang="en-US" sz="24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endParaRPr lang="en-US" sz="2400" dirty="0">
              <a:latin typeface="Menlo" panose="020B060903080402020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Menlo" panose="020B0609030804020204"/>
                <a:cs typeface="Courier New" panose="02070309020205020404" pitchFamily="49" charset="0"/>
              </a:rPr>
              <a:t>Count how many unique countries are listed in the file </a:t>
            </a:r>
            <a:r>
              <a:rPr lang="en-US" sz="2400" dirty="0" err="1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happiness.complete.tsv</a:t>
            </a:r>
            <a:r>
              <a:rPr lang="en-US" sz="24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 marL="0" indent="0">
              <a:buNone/>
            </a:pPr>
            <a:endParaRPr lang="en-US" sz="2000" dirty="0">
              <a:latin typeface="Menlo" panose="020B0609030804020204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676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D454651B-645D-F040-AC15-A162BBB5056E}"/>
              </a:ext>
            </a:extLst>
          </p:cNvPr>
          <p:cNvSpPr/>
          <p:nvPr/>
        </p:nvSpPr>
        <p:spPr>
          <a:xfrm>
            <a:off x="4562652" y="1644650"/>
            <a:ext cx="4343400" cy="439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394B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11EAD-3BB2-EB4D-9D02-6F52D9C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827" y="3205162"/>
            <a:ext cx="4070173" cy="1273176"/>
          </a:xfrm>
        </p:spPr>
        <p:txBody>
          <a:bodyPr>
            <a:normAutofit fontScale="90000"/>
          </a:bodyPr>
          <a:lstStyle/>
          <a:p>
            <a:r>
              <a:rPr lang="en-US" dirty="0"/>
              <a:t>Hands on 2.2</a:t>
            </a:r>
          </a:p>
        </p:txBody>
      </p:sp>
      <p:pic>
        <p:nvPicPr>
          <p:cNvPr id="3" name="Graphic 2" descr="Web design outline">
            <a:extLst>
              <a:ext uri="{FF2B5EF4-FFF2-40B4-BE49-F238E27FC236}">
                <a16:creationId xmlns:a16="http://schemas.microsoft.com/office/drawing/2014/main" id="{2233F028-F6BB-7686-2171-E3B1B5D185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177" y="2187575"/>
            <a:ext cx="3308350" cy="33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298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BEB71-183F-CD49-B121-19FE6E3366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5258" y="2335427"/>
            <a:ext cx="7953348" cy="386534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Menlo" panose="020B0609030804020204"/>
              </a:rPr>
              <a:t>Go to the directory </a:t>
            </a:r>
            <a:r>
              <a:rPr lang="en-US" sz="24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data/ho2 </a:t>
            </a:r>
            <a:r>
              <a:rPr lang="en-US" sz="2400" dirty="0">
                <a:latin typeface="Menlo" panose="020B0609030804020204"/>
              </a:rPr>
              <a:t>and list the files in it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Menlo" panose="020B0609030804020204"/>
                <a:cs typeface="Courier New" panose="02070309020205020404" pitchFamily="49" charset="0"/>
              </a:rPr>
              <a:t>Using the file </a:t>
            </a:r>
            <a:r>
              <a:rPr lang="en-US" sz="2400" dirty="0" err="1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happiness.complete.tsv</a:t>
            </a:r>
            <a:r>
              <a:rPr lang="en-US" sz="2400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endParaRPr lang="en-US" sz="2400" dirty="0">
              <a:latin typeface="Menlo" panose="020B0609030804020204"/>
              <a:cs typeface="Courier New" panose="02070309020205020404" pitchFamily="49" charset="0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Write a new file in which all the countries are written in lowercase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Replace “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Female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” for “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F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”, “Male for “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M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” and “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Both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” for 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B 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and look at the first 10 lines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Write a new file with all the “</a:t>
            </a:r>
            <a:r>
              <a:rPr lang="en-US" b="1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Both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” entries only for the countries included the file </a:t>
            </a:r>
            <a:r>
              <a:rPr lang="en-US" dirty="0" err="1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countries.txt</a:t>
            </a:r>
            <a:r>
              <a:rPr lang="en-US" dirty="0">
                <a:latin typeface="Menlo" panose="020B0609030804020204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endParaRPr lang="en-US" dirty="0">
              <a:latin typeface="Menlo" panose="020B0609030804020204"/>
            </a:endParaRPr>
          </a:p>
          <a:p>
            <a:pPr marL="0" indent="0">
              <a:buNone/>
            </a:pPr>
            <a:endParaRPr lang="en-US" sz="2400" dirty="0">
              <a:latin typeface="Menlo" panose="020B0609030804020204"/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Menlo" panose="020B0609030804020204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7619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4A96-33E0-8A4E-A7C2-84DDCE54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happen?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602F249-BCBA-664F-8550-DB6C53A6BB67}"/>
              </a:ext>
            </a:extLst>
          </p:cNvPr>
          <p:cNvSpPr/>
          <p:nvPr/>
        </p:nvSpPr>
        <p:spPr>
          <a:xfrm>
            <a:off x="895350" y="1830389"/>
            <a:ext cx="7175500" cy="11985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export MY_NAME=LARISA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MY_NAME_LOCAL=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larisa</a:t>
            </a:r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vi my_name.sh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CEFAE8-AE8F-1B4B-9C9D-65846069C9D1}"/>
              </a:ext>
            </a:extLst>
          </p:cNvPr>
          <p:cNvSpPr/>
          <p:nvPr/>
        </p:nvSpPr>
        <p:spPr>
          <a:xfrm>
            <a:off x="1746250" y="3219453"/>
            <a:ext cx="6324600" cy="11684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#!/bin/sh</a:t>
            </a:r>
          </a:p>
          <a:p>
            <a:r>
              <a:rPr lang="en-US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"My name is ${MY_NAME}"</a:t>
            </a:r>
          </a:p>
          <a:p>
            <a:r>
              <a:rPr lang="en-US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"My name is ${MY_NAME_LOCAL}"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DB3D33C-77AF-5948-B6C5-C4E214CCDA46}"/>
              </a:ext>
            </a:extLst>
          </p:cNvPr>
          <p:cNvSpPr/>
          <p:nvPr/>
        </p:nvSpPr>
        <p:spPr>
          <a:xfrm>
            <a:off x="895350" y="4565653"/>
            <a:ext cx="7175500" cy="11684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chmod u+x my_name.sh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./my_name.sh</a:t>
            </a:r>
          </a:p>
        </p:txBody>
      </p:sp>
    </p:spTree>
    <p:extLst>
      <p:ext uri="{BB962C8B-B14F-4D97-AF65-F5344CB8AC3E}">
        <p14:creationId xmlns:p14="http://schemas.microsoft.com/office/powerpoint/2010/main" val="13140233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5801-2656-047A-2D90-2D2843572E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0904" y="1802503"/>
            <a:ext cx="3631096" cy="2852737"/>
          </a:xfrm>
        </p:spPr>
        <p:txBody>
          <a:bodyPr/>
          <a:lstStyle/>
          <a:p>
            <a:r>
              <a:rPr lang="en-US" dirty="0"/>
              <a:t>Module 3</a:t>
            </a:r>
          </a:p>
        </p:txBody>
      </p:sp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8E8FDFD9-948B-19DC-E27E-E2DAEA0E3196}"/>
              </a:ext>
            </a:extLst>
          </p:cNvPr>
          <p:cNvGraphicFramePr/>
          <p:nvPr/>
        </p:nvGraphicFramePr>
        <p:xfrm>
          <a:off x="4784034" y="1032633"/>
          <a:ext cx="3748947" cy="4792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163406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3CF2-643C-C94A-B916-21E6709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 loop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37FBA3-896C-AB48-8732-4E10AE053D40}"/>
              </a:ext>
            </a:extLst>
          </p:cNvPr>
          <p:cNvSpPr/>
          <p:nvPr/>
        </p:nvSpPr>
        <p:spPr>
          <a:xfrm>
            <a:off x="628650" y="1670569"/>
            <a:ext cx="3943350" cy="17383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</a:t>
            </a:r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element in [list]</a:t>
            </a:r>
          </a:p>
          <a:p>
            <a:r>
              <a:rPr lang="en-US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</a:t>
            </a:r>
          </a:p>
          <a:p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[COMMANDS]</a:t>
            </a:r>
          </a:p>
          <a:p>
            <a:r>
              <a:rPr lang="en-US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34E50-7064-A546-B9F7-1ED145EA4A5E}"/>
              </a:ext>
            </a:extLst>
          </p:cNvPr>
          <p:cNvSpPr txBox="1"/>
          <p:nvPr/>
        </p:nvSpPr>
        <p:spPr>
          <a:xfrm>
            <a:off x="628650" y="3898715"/>
            <a:ext cx="39433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This loop iterates over all the elements in the list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Executes some command until the list is over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B7A5F-1F50-C44C-A2CD-699BA5C9CBFD}"/>
              </a:ext>
            </a:extLst>
          </p:cNvPr>
          <p:cNvSpPr txBox="1"/>
          <p:nvPr/>
        </p:nvSpPr>
        <p:spPr>
          <a:xfrm>
            <a:off x="104503" y="6492874"/>
            <a:ext cx="31742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2"/>
                </a:solidFill>
              </a:rPr>
              <a:t>Adapted from https://</a:t>
            </a:r>
            <a:r>
              <a:rPr lang="en-US" sz="1000" err="1">
                <a:solidFill>
                  <a:schemeClr val="tx2"/>
                </a:solidFill>
              </a:rPr>
              <a:t>linuxize.com</a:t>
            </a:r>
            <a:r>
              <a:rPr lang="en-US" sz="1000">
                <a:solidFill>
                  <a:schemeClr val="tx2"/>
                </a:solidFill>
              </a:rPr>
              <a:t>/post/bash-while-loop/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030D33-6983-5940-8ADE-D3DA10D91258}"/>
              </a:ext>
            </a:extLst>
          </p:cNvPr>
          <p:cNvSpPr/>
          <p:nvPr/>
        </p:nvSpPr>
        <p:spPr>
          <a:xfrm>
            <a:off x="5059407" y="2054058"/>
            <a:ext cx="3618412" cy="176627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sz="160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{1..10}</a:t>
            </a:r>
          </a:p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r>
              <a:rPr lang="en-US" sz="1600" i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echo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number </a:t>
            </a:r>
            <a:r>
              <a:rPr lang="en-US" sz="1600" i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</a:t>
            </a:r>
            <a:r>
              <a:rPr lang="en-US" sz="1600" i="1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endParaRPr lang="en-US" sz="1600" i="1">
              <a:solidFill>
                <a:schemeClr val="tx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done</a:t>
            </a:r>
            <a:endParaRPr lang="en-US" sz="160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C0B742-0269-4942-9D43-CAB15B28D970}"/>
              </a:ext>
            </a:extLst>
          </p:cNvPr>
          <p:cNvSpPr/>
          <p:nvPr/>
        </p:nvSpPr>
        <p:spPr>
          <a:xfrm>
            <a:off x="5059407" y="4518205"/>
            <a:ext cx="3618412" cy="163121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file in *</a:t>
            </a:r>
            <a:r>
              <a:rPr lang="en-US" sz="160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tsv</a:t>
            </a:r>
            <a:endParaRPr lang="en-US" sz="1600">
              <a:solidFill>
                <a:schemeClr val="tx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lang="en-US" sz="1600" i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cp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“$</a:t>
            </a:r>
            <a:r>
              <a:rPr lang="en-US" sz="1600" i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file” “${file%.</a:t>
            </a:r>
            <a:r>
              <a:rPr lang="en-US" sz="1600" i="1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tsv</a:t>
            </a:r>
            <a:r>
              <a:rPr lang="en-US" sz="1600" i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}.txt”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r>
              <a:rPr lang="en-US" sz="1600" b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done</a:t>
            </a:r>
            <a:endParaRPr lang="en-US" sz="1600">
              <a:solidFill>
                <a:schemeClr val="tx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DB445C-F54F-1C47-82A0-D534966E64C6}"/>
              </a:ext>
            </a:extLst>
          </p:cNvPr>
          <p:cNvSpPr txBox="1"/>
          <p:nvPr/>
        </p:nvSpPr>
        <p:spPr>
          <a:xfrm>
            <a:off x="5059407" y="1598444"/>
            <a:ext cx="2991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Numbers smaller than 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FCBA4D-1E41-354A-98A5-AA79758CE192}"/>
              </a:ext>
            </a:extLst>
          </p:cNvPr>
          <p:cNvSpPr txBox="1"/>
          <p:nvPr/>
        </p:nvSpPr>
        <p:spPr>
          <a:xfrm>
            <a:off x="5059407" y="4053903"/>
            <a:ext cx="2991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Change file extension</a:t>
            </a:r>
          </a:p>
        </p:txBody>
      </p:sp>
    </p:spTree>
    <p:extLst>
      <p:ext uri="{BB962C8B-B14F-4D97-AF65-F5344CB8AC3E}">
        <p14:creationId xmlns:p14="http://schemas.microsoft.com/office/powerpoint/2010/main" val="33887413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3CF2-643C-C94A-B916-21E67092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Conditional statements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F2DFAA9-E29D-604F-89AD-93F98220A9F2}"/>
              </a:ext>
            </a:extLst>
          </p:cNvPr>
          <p:cNvSpPr/>
          <p:nvPr/>
        </p:nvSpPr>
        <p:spPr>
          <a:xfrm>
            <a:off x="628650" y="1670568"/>
            <a:ext cx="2545624" cy="2228147"/>
          </a:xfrm>
          <a:prstGeom prst="roundRect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</a:t>
            </a:r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[TEST]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then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99D8B-28EE-1443-8664-81632E4A9757}"/>
              </a:ext>
            </a:extLst>
          </p:cNvPr>
          <p:cNvSpPr txBox="1"/>
          <p:nvPr/>
        </p:nvSpPr>
        <p:spPr>
          <a:xfrm>
            <a:off x="628650" y="4058587"/>
            <a:ext cx="2545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output of the test is </a:t>
            </a:r>
            <a:r>
              <a:rPr lang="en-US" b="1" i="1" dirty="0"/>
              <a:t>True</a:t>
            </a:r>
            <a:r>
              <a:rPr lang="en-US" dirty="0"/>
              <a:t> then the commands are executed. If it’s false, nothing happens.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678F87-3A57-2449-B7DA-D0996F0C91C6}"/>
              </a:ext>
            </a:extLst>
          </p:cNvPr>
          <p:cNvSpPr/>
          <p:nvPr/>
        </p:nvSpPr>
        <p:spPr>
          <a:xfrm>
            <a:off x="3399336" y="1700635"/>
            <a:ext cx="2445476" cy="2198080"/>
          </a:xfrm>
          <a:prstGeom prst="roundRect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</a:t>
            </a:r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[TEST]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then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[COMMANDS1]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else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[COMMANDS2]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7039E-B3A6-7948-AAB0-58CAC765632F}"/>
              </a:ext>
            </a:extLst>
          </p:cNvPr>
          <p:cNvSpPr txBox="1"/>
          <p:nvPr/>
        </p:nvSpPr>
        <p:spPr>
          <a:xfrm>
            <a:off x="3399337" y="4058587"/>
            <a:ext cx="2445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test is </a:t>
            </a:r>
            <a:r>
              <a:rPr lang="en-US" b="1" i="1" dirty="0"/>
              <a:t>True</a:t>
            </a:r>
            <a:r>
              <a:rPr lang="en-US" dirty="0"/>
              <a:t> then executed commands1 If it’s </a:t>
            </a:r>
            <a:r>
              <a:rPr lang="en-US" b="1" i="1" dirty="0"/>
              <a:t>False</a:t>
            </a:r>
            <a:r>
              <a:rPr lang="en-US" dirty="0"/>
              <a:t> then executes commands2.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0D8FFD-F4E6-864D-BCBF-0F7B963D0A34}"/>
              </a:ext>
            </a:extLst>
          </p:cNvPr>
          <p:cNvSpPr/>
          <p:nvPr/>
        </p:nvSpPr>
        <p:spPr>
          <a:xfrm>
            <a:off x="6069873" y="1700635"/>
            <a:ext cx="2445477" cy="2198080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</a:t>
            </a:r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[TEST1]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then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[COMMANDS1]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elif</a:t>
            </a:r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[TEST2]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then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[COMMANDS2]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else</a:t>
            </a:r>
          </a:p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[COMMANDS2]</a:t>
            </a:r>
          </a:p>
          <a:p>
            <a:r>
              <a:rPr lang="en-US" sz="1400" b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D74B6-AD34-634E-AD07-4BE03458017A}"/>
              </a:ext>
            </a:extLst>
          </p:cNvPr>
          <p:cNvSpPr txBox="1"/>
          <p:nvPr/>
        </p:nvSpPr>
        <p:spPr>
          <a:xfrm>
            <a:off x="6069873" y="4067688"/>
            <a:ext cx="25456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test1 is </a:t>
            </a:r>
            <a:r>
              <a:rPr lang="en-US" b="1" i="1" dirty="0"/>
              <a:t>True</a:t>
            </a:r>
            <a:r>
              <a:rPr lang="en-US" dirty="0"/>
              <a:t> it executes commands1. If it is </a:t>
            </a:r>
            <a:r>
              <a:rPr lang="en-US" b="1" i="1" dirty="0"/>
              <a:t>False</a:t>
            </a:r>
            <a:r>
              <a:rPr lang="en-US" dirty="0"/>
              <a:t> then evaluates test2. If test2 is </a:t>
            </a:r>
            <a:r>
              <a:rPr lang="en-US" b="1" i="1" dirty="0"/>
              <a:t>True, </a:t>
            </a:r>
            <a:r>
              <a:rPr lang="en-US" dirty="0"/>
              <a:t>executes commands2. If it is false, executes commands3 </a:t>
            </a:r>
          </a:p>
        </p:txBody>
      </p:sp>
    </p:spTree>
    <p:extLst>
      <p:ext uri="{BB962C8B-B14F-4D97-AF65-F5344CB8AC3E}">
        <p14:creationId xmlns:p14="http://schemas.microsoft.com/office/powerpoint/2010/main" val="42391681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Operators for variables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494744"/>
            <a:ext cx="1303382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-n VAR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07ECC5-A2B5-DF43-8CF3-508ABE01359C}"/>
              </a:ext>
            </a:extLst>
          </p:cNvPr>
          <p:cNvSpPr/>
          <p:nvPr/>
        </p:nvSpPr>
        <p:spPr>
          <a:xfrm>
            <a:off x="812798" y="3649389"/>
            <a:ext cx="1303384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 == S2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47EB8EA-58CB-894F-AE59-06137EDC05DE}"/>
              </a:ext>
            </a:extLst>
          </p:cNvPr>
          <p:cNvSpPr/>
          <p:nvPr/>
        </p:nvSpPr>
        <p:spPr>
          <a:xfrm>
            <a:off x="812799" y="2223564"/>
            <a:ext cx="1303383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-z VAR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FCC6B72-425B-3B49-9916-BD598FEB2858}"/>
              </a:ext>
            </a:extLst>
          </p:cNvPr>
          <p:cNvSpPr/>
          <p:nvPr/>
        </p:nvSpPr>
        <p:spPr>
          <a:xfrm>
            <a:off x="812798" y="4346350"/>
            <a:ext cx="1303384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 != S2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C1BF6D2-9DBC-D241-A355-8DEBB2218C69}"/>
              </a:ext>
            </a:extLst>
          </p:cNvPr>
          <p:cNvSpPr/>
          <p:nvPr/>
        </p:nvSpPr>
        <p:spPr>
          <a:xfrm>
            <a:off x="2300332" y="1494743"/>
            <a:ext cx="6030868" cy="58261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the length of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greater than zero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FB7FA1F-360A-2C40-8982-ACE4FA9A6FC4}"/>
              </a:ext>
            </a:extLst>
          </p:cNvPr>
          <p:cNvSpPr/>
          <p:nvPr/>
        </p:nvSpPr>
        <p:spPr>
          <a:xfrm>
            <a:off x="2300332" y="2226444"/>
            <a:ext cx="6030868" cy="58261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the length of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zero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C32857E-236A-C34B-8B4E-D80660718A9A}"/>
              </a:ext>
            </a:extLst>
          </p:cNvPr>
          <p:cNvSpPr/>
          <p:nvPr/>
        </p:nvSpPr>
        <p:spPr>
          <a:xfrm>
            <a:off x="827311" y="2938254"/>
            <a:ext cx="1303383" cy="582611"/>
          </a:xfrm>
          <a:prstGeom prst="roundRect">
            <a:avLst/>
          </a:prstGeom>
          <a:solidFill>
            <a:schemeClr val="accent1"/>
          </a:solidFill>
          <a:ln w="28575">
            <a:solidFill>
              <a:srgbClr val="33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-v VAR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98020B4-E42C-EC41-B920-B96814402BD7}"/>
              </a:ext>
            </a:extLst>
          </p:cNvPr>
          <p:cNvSpPr/>
          <p:nvPr/>
        </p:nvSpPr>
        <p:spPr>
          <a:xfrm>
            <a:off x="2300331" y="2938254"/>
            <a:ext cx="6016357" cy="58261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the variable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has been assigned a value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EFBB220-2D83-4A4F-9DC2-C6D3B2B18B41}"/>
              </a:ext>
            </a:extLst>
          </p:cNvPr>
          <p:cNvSpPr/>
          <p:nvPr/>
        </p:nvSpPr>
        <p:spPr>
          <a:xfrm>
            <a:off x="2300332" y="3627547"/>
            <a:ext cx="6016356" cy="582611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the strings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and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S2 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are equal 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51ABDAB-EF31-9D40-885E-A35C9775318C}"/>
              </a:ext>
            </a:extLst>
          </p:cNvPr>
          <p:cNvSpPr/>
          <p:nvPr/>
        </p:nvSpPr>
        <p:spPr>
          <a:xfrm>
            <a:off x="812798" y="5053710"/>
            <a:ext cx="1303384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 &lt; S2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B32FD3C-04F2-4148-BEBB-7C1A466B4A8B}"/>
              </a:ext>
            </a:extLst>
          </p:cNvPr>
          <p:cNvSpPr/>
          <p:nvPr/>
        </p:nvSpPr>
        <p:spPr>
          <a:xfrm>
            <a:off x="2300332" y="4346350"/>
            <a:ext cx="6030868" cy="582611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the strings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and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S2 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are  not equal 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7E9E693-80AF-454A-983C-0A110968A448}"/>
              </a:ext>
            </a:extLst>
          </p:cNvPr>
          <p:cNvSpPr/>
          <p:nvPr/>
        </p:nvSpPr>
        <p:spPr>
          <a:xfrm>
            <a:off x="2300331" y="5061926"/>
            <a:ext cx="6030867" cy="582611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string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sorts before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19D50A9-002E-8747-90C6-F29A8FEC4E57}"/>
              </a:ext>
            </a:extLst>
          </p:cNvPr>
          <p:cNvSpPr/>
          <p:nvPr/>
        </p:nvSpPr>
        <p:spPr>
          <a:xfrm>
            <a:off x="812798" y="5761070"/>
            <a:ext cx="1303384" cy="582611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 &gt; S2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FB09F63-4D0C-5344-B6C5-B05DB4696CD6}"/>
              </a:ext>
            </a:extLst>
          </p:cNvPr>
          <p:cNvSpPr/>
          <p:nvPr/>
        </p:nvSpPr>
        <p:spPr>
          <a:xfrm>
            <a:off x="2300332" y="5755098"/>
            <a:ext cx="6016356" cy="582611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string </a:t>
            </a:r>
            <a:r>
              <a:rPr lang="en-US" sz="16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</a:t>
            </a:r>
            <a:r>
              <a:rPr lang="en-US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sorts after </a:t>
            </a:r>
            <a:r>
              <a:rPr lang="en-US" sz="16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S2</a:t>
            </a:r>
            <a:endParaRPr lang="en-US" sz="1600" dirty="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846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Operators for arithmetic operations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2348412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 –eq INT2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71F9AA-826D-8D45-B775-A898183EC495}"/>
              </a:ext>
            </a:extLst>
          </p:cNvPr>
          <p:cNvSpPr/>
          <p:nvPr/>
        </p:nvSpPr>
        <p:spPr>
          <a:xfrm>
            <a:off x="812800" y="2481901"/>
            <a:ext cx="2348412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 –</a:t>
            </a:r>
            <a:r>
              <a:rPr lang="en-US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gt</a:t>
            </a:r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INT2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7DE5C9D-FC2A-3D4E-B496-99D243D94593}"/>
              </a:ext>
            </a:extLst>
          </p:cNvPr>
          <p:cNvSpPr/>
          <p:nvPr/>
        </p:nvSpPr>
        <p:spPr>
          <a:xfrm>
            <a:off x="812800" y="3273113"/>
            <a:ext cx="2348412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 –</a:t>
            </a:r>
            <a:r>
              <a:rPr lang="en-US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lt</a:t>
            </a:r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INT2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E48C6C-4B0F-2143-AE20-B987372CB53E}"/>
              </a:ext>
            </a:extLst>
          </p:cNvPr>
          <p:cNvSpPr/>
          <p:nvPr/>
        </p:nvSpPr>
        <p:spPr>
          <a:xfrm>
            <a:off x="812800" y="4064325"/>
            <a:ext cx="2348412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 –</a:t>
            </a:r>
            <a:r>
              <a:rPr lang="en-US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</a:t>
            </a:r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INT2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A7BAFAA-5BB4-214C-8BE6-3C8BC81E7E54}"/>
              </a:ext>
            </a:extLst>
          </p:cNvPr>
          <p:cNvSpPr/>
          <p:nvPr/>
        </p:nvSpPr>
        <p:spPr>
          <a:xfrm>
            <a:off x="812800" y="4876005"/>
            <a:ext cx="2348412" cy="582611"/>
          </a:xfrm>
          <a:prstGeom prst="roundRect">
            <a:avLst/>
          </a:prstGeom>
          <a:solidFill>
            <a:schemeClr val="accent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 –le INT2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D76DD6-A64B-BC42-BB68-D10E40B8B281}"/>
              </a:ext>
            </a:extLst>
          </p:cNvPr>
          <p:cNvSpPr/>
          <p:nvPr/>
        </p:nvSpPr>
        <p:spPr>
          <a:xfrm>
            <a:off x="3345363" y="1690689"/>
            <a:ext cx="5169988" cy="5826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equal to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78E8AC7-FAF7-5042-B234-BD32262DA16E}"/>
              </a:ext>
            </a:extLst>
          </p:cNvPr>
          <p:cNvSpPr/>
          <p:nvPr/>
        </p:nvSpPr>
        <p:spPr>
          <a:xfrm>
            <a:off x="3345362" y="2489704"/>
            <a:ext cx="5169988" cy="5826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greater than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5F7B587-5D81-064D-919B-4D62F7F8A937}"/>
              </a:ext>
            </a:extLst>
          </p:cNvPr>
          <p:cNvSpPr/>
          <p:nvPr/>
        </p:nvSpPr>
        <p:spPr>
          <a:xfrm>
            <a:off x="3345363" y="3273112"/>
            <a:ext cx="5169988" cy="5826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less than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B367CB1-1A12-9E4E-B191-A6343AA54A98}"/>
              </a:ext>
            </a:extLst>
          </p:cNvPr>
          <p:cNvSpPr/>
          <p:nvPr/>
        </p:nvSpPr>
        <p:spPr>
          <a:xfrm>
            <a:off x="3345362" y="4072127"/>
            <a:ext cx="5169988" cy="5826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equal or greater than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741187D-3282-2D48-9F83-F40781BB478A}"/>
              </a:ext>
            </a:extLst>
          </p:cNvPr>
          <p:cNvSpPr/>
          <p:nvPr/>
        </p:nvSpPr>
        <p:spPr>
          <a:xfrm>
            <a:off x="3345362" y="4876005"/>
            <a:ext cx="5169988" cy="582611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INT1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is equal or less than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INT2</a:t>
            </a:r>
            <a:endParaRPr lang="en-US" sz="160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9D3F94-515F-4F85-73D4-E6862252EA2E}"/>
              </a:ext>
            </a:extLst>
          </p:cNvPr>
          <p:cNvSpPr txBox="1"/>
          <p:nvPr/>
        </p:nvSpPr>
        <p:spPr>
          <a:xfrm>
            <a:off x="353826" y="5687685"/>
            <a:ext cx="8882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*Note: For arithmetic operations the statement need to be inside double square braces: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[[ INT1 –eq INT2 ]] in the case of integers</a:t>
            </a:r>
          </a:p>
        </p:txBody>
      </p:sp>
    </p:spTree>
    <p:extLst>
      <p:ext uri="{BB962C8B-B14F-4D97-AF65-F5344CB8AC3E}">
        <p14:creationId xmlns:p14="http://schemas.microsoft.com/office/powerpoint/2010/main" val="8703995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Operators for files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1A7802-F178-024B-9AB6-44B1809C8270}"/>
              </a:ext>
            </a:extLst>
          </p:cNvPr>
          <p:cNvSpPr/>
          <p:nvPr/>
        </p:nvSpPr>
        <p:spPr>
          <a:xfrm>
            <a:off x="812800" y="1690689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-f FILE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548BDFE-FF38-9D43-A0C6-C15E5219E39D}"/>
              </a:ext>
            </a:extLst>
          </p:cNvPr>
          <p:cNvSpPr/>
          <p:nvPr/>
        </p:nvSpPr>
        <p:spPr>
          <a:xfrm>
            <a:off x="812799" y="2434004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-d FILE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5678097-F64E-5347-B213-3C0BD765AF9E}"/>
              </a:ext>
            </a:extLst>
          </p:cNvPr>
          <p:cNvSpPr/>
          <p:nvPr/>
        </p:nvSpPr>
        <p:spPr>
          <a:xfrm>
            <a:off x="825861" y="3137694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-e FILE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FD4B250-CFCF-C444-A4CC-F6760C991D60}"/>
              </a:ext>
            </a:extLst>
          </p:cNvPr>
          <p:cNvSpPr/>
          <p:nvPr/>
        </p:nvSpPr>
        <p:spPr>
          <a:xfrm>
            <a:off x="812798" y="3911011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-r FILE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B7EBFFE-91BF-EA48-9554-4E0DFE56815D}"/>
              </a:ext>
            </a:extLst>
          </p:cNvPr>
          <p:cNvSpPr/>
          <p:nvPr/>
        </p:nvSpPr>
        <p:spPr>
          <a:xfrm>
            <a:off x="825861" y="4684328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-w FILE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3BAE68C-090D-7D45-8C3D-A28BF6638439}"/>
              </a:ext>
            </a:extLst>
          </p:cNvPr>
          <p:cNvSpPr/>
          <p:nvPr/>
        </p:nvSpPr>
        <p:spPr>
          <a:xfrm>
            <a:off x="825861" y="5457645"/>
            <a:ext cx="1303383" cy="582611"/>
          </a:xfrm>
          <a:prstGeom prst="roundRect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-s FILE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CC62296-3140-AF40-851B-0839E48F1321}"/>
              </a:ext>
            </a:extLst>
          </p:cNvPr>
          <p:cNvSpPr/>
          <p:nvPr/>
        </p:nvSpPr>
        <p:spPr>
          <a:xfrm>
            <a:off x="2300332" y="1690689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 and is a regular file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AD70CA8-8957-7748-87A2-EC6473E06B66}"/>
              </a:ext>
            </a:extLst>
          </p:cNvPr>
          <p:cNvSpPr/>
          <p:nvPr/>
        </p:nvSpPr>
        <p:spPr>
          <a:xfrm>
            <a:off x="2300331" y="2433641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 and is a directory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9342A3E-39F1-4747-82B0-14DCFCD3813E}"/>
              </a:ext>
            </a:extLst>
          </p:cNvPr>
          <p:cNvSpPr/>
          <p:nvPr/>
        </p:nvSpPr>
        <p:spPr>
          <a:xfrm>
            <a:off x="2300330" y="3137693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30ED223-5B13-9B49-8EFE-E43DBB255570}"/>
              </a:ext>
            </a:extLst>
          </p:cNvPr>
          <p:cNvSpPr/>
          <p:nvPr/>
        </p:nvSpPr>
        <p:spPr>
          <a:xfrm>
            <a:off x="2300330" y="3911011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 and is readable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33CCDC6-1CCF-644E-8C91-F5DE69B4E0F7}"/>
              </a:ext>
            </a:extLst>
          </p:cNvPr>
          <p:cNvSpPr/>
          <p:nvPr/>
        </p:nvSpPr>
        <p:spPr>
          <a:xfrm>
            <a:off x="2300329" y="4689228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 and is writeable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00D3970-8470-F646-932E-231EC2EEC68A}"/>
              </a:ext>
            </a:extLst>
          </p:cNvPr>
          <p:cNvSpPr/>
          <p:nvPr/>
        </p:nvSpPr>
        <p:spPr>
          <a:xfrm>
            <a:off x="2287272" y="5457644"/>
            <a:ext cx="6030867" cy="582611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if </a:t>
            </a:r>
            <a:r>
              <a:rPr lang="en-US" sz="16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 exists and has a size greater than zero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7EF04E-7330-4844-896F-D11EE379634D}"/>
              </a:ext>
            </a:extLst>
          </p:cNvPr>
          <p:cNvSpPr/>
          <p:nvPr/>
        </p:nvSpPr>
        <p:spPr>
          <a:xfrm>
            <a:off x="117565" y="6467723"/>
            <a:ext cx="653142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Adapted from http://</a:t>
            </a:r>
            <a:r>
              <a:rPr lang="en-US" sz="1000" err="1">
                <a:solidFill>
                  <a:schemeClr val="accent4"/>
                </a:solidFill>
              </a:rPr>
              <a:t>www.gnu.org</a:t>
            </a:r>
            <a:r>
              <a:rPr lang="en-US" sz="1000">
                <a:solidFill>
                  <a:schemeClr val="accent4"/>
                </a:solidFill>
              </a:rPr>
              <a:t>/software/bash/manual/</a:t>
            </a:r>
            <a:r>
              <a:rPr lang="en-US" sz="1000" err="1">
                <a:solidFill>
                  <a:schemeClr val="accent4"/>
                </a:solidFill>
              </a:rPr>
              <a:t>bash.html#Bash-Conditional-Expressions</a:t>
            </a:r>
            <a:endParaRPr lang="en-US" sz="10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5633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D454651B-645D-F040-AC15-A162BBB5056E}"/>
              </a:ext>
            </a:extLst>
          </p:cNvPr>
          <p:cNvSpPr/>
          <p:nvPr/>
        </p:nvSpPr>
        <p:spPr>
          <a:xfrm>
            <a:off x="4562652" y="1644650"/>
            <a:ext cx="4343400" cy="4394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394B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11EAD-3BB2-EB4D-9D02-6F52D9C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827" y="3205162"/>
            <a:ext cx="7886700" cy="1273176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Hands on 3.1 </a:t>
            </a:r>
            <a:br>
              <a:rPr lang="en-US" sz="5400" dirty="0"/>
            </a:br>
            <a:r>
              <a:rPr lang="en-US" sz="5400" dirty="0"/>
              <a:t>and solution</a:t>
            </a:r>
          </a:p>
        </p:txBody>
      </p:sp>
      <p:pic>
        <p:nvPicPr>
          <p:cNvPr id="18" name="Graphic 17" descr="Web design outline">
            <a:extLst>
              <a:ext uri="{FF2B5EF4-FFF2-40B4-BE49-F238E27FC236}">
                <a16:creationId xmlns:a16="http://schemas.microsoft.com/office/drawing/2014/main" id="{F16A4D30-47DC-274C-BA44-AF77F248C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177" y="2187575"/>
            <a:ext cx="3308350" cy="33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444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952B2-861D-EC10-256E-FEB9718B0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304818"/>
            <a:ext cx="8658742" cy="50737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Menlo" panose="020B0609030804020204"/>
              </a:rPr>
              <a:t>Counting and Analyzing Car Manufacturers</a:t>
            </a:r>
          </a:p>
          <a:p>
            <a:r>
              <a:rPr lang="en-US" dirty="0">
                <a:latin typeface="Menlo" panose="020B0609030804020204"/>
              </a:rPr>
              <a:t>You have a TSV file named </a:t>
            </a:r>
            <a:r>
              <a:rPr lang="en-US" dirty="0" err="1">
                <a:solidFill>
                  <a:srgbClr val="00B0F0"/>
                </a:solidFill>
                <a:latin typeface="Menlo" panose="020B0609030804020204"/>
              </a:rPr>
              <a:t>cars.tsv</a:t>
            </a:r>
            <a:r>
              <a:rPr lang="en-US" dirty="0">
                <a:solidFill>
                  <a:srgbClr val="00B0F0"/>
                </a:solidFill>
                <a:latin typeface="Menlo" panose="020B0609030804020204"/>
              </a:rPr>
              <a:t> </a:t>
            </a:r>
            <a:r>
              <a:rPr lang="en-US" dirty="0">
                <a:latin typeface="Menlo" panose="020B0609030804020204"/>
              </a:rPr>
              <a:t>in your ho1 current directory.</a:t>
            </a:r>
          </a:p>
          <a:p>
            <a:r>
              <a:rPr lang="en-US" dirty="0">
                <a:latin typeface="Menlo" panose="020B0609030804020204"/>
              </a:rPr>
              <a:t>The file contains data about cars, with at least the following columns: ID, Manufacturer, Model, Year.</a:t>
            </a:r>
          </a:p>
          <a:p>
            <a:pPr marL="0" indent="0">
              <a:buNone/>
            </a:pPr>
            <a:r>
              <a:rPr lang="en-US" b="1" dirty="0">
                <a:latin typeface="Menlo" panose="020B0609030804020204"/>
              </a:rPr>
              <a:t>Requirements:</a:t>
            </a:r>
          </a:p>
          <a:p>
            <a:r>
              <a:rPr lang="en-US" dirty="0">
                <a:latin typeface="Menlo" panose="020B0609030804020204"/>
              </a:rPr>
              <a:t>Write a Bash script to process the </a:t>
            </a:r>
            <a:r>
              <a:rPr lang="en-US" dirty="0" err="1">
                <a:latin typeface="Menlo" panose="020B0609030804020204"/>
              </a:rPr>
              <a:t>cars.tsv</a:t>
            </a:r>
            <a:r>
              <a:rPr lang="en-US" dirty="0">
                <a:latin typeface="Menlo" panose="020B0609030804020204"/>
              </a:rPr>
              <a:t> file and:</a:t>
            </a:r>
          </a:p>
          <a:p>
            <a:pPr lvl="1"/>
            <a:r>
              <a:rPr lang="en-US" dirty="0">
                <a:latin typeface="Menlo" panose="020B0609030804020204"/>
              </a:rPr>
              <a:t>Count the total number of cars (excluding the header).</a:t>
            </a:r>
          </a:p>
          <a:p>
            <a:pPr lvl="1"/>
            <a:r>
              <a:rPr lang="en-US" dirty="0">
                <a:latin typeface="Menlo" panose="020B0609030804020204"/>
              </a:rPr>
              <a:t>Count the number of cars for each manufacturer (e.g., Toyota, Honda, Ford).</a:t>
            </a:r>
          </a:p>
          <a:p>
            <a:pPr lvl="1"/>
            <a:r>
              <a:rPr lang="en-US" dirty="0">
                <a:latin typeface="Menlo" panose="020B0609030804020204"/>
              </a:rPr>
              <a:t>Calculate the percentage of cars for each manufacturer.</a:t>
            </a:r>
          </a:p>
          <a:p>
            <a:pPr lvl="1"/>
            <a:r>
              <a:rPr lang="en-US" dirty="0">
                <a:latin typeface="Menlo" panose="020B0609030804020204"/>
              </a:rPr>
              <a:t>Print the results in a readable format.</a:t>
            </a:r>
            <a:endParaRPr lang="en-CA" dirty="0">
              <a:latin typeface="Menlo" panose="020B0609030804020204"/>
            </a:endParaRPr>
          </a:p>
        </p:txBody>
      </p:sp>
    </p:spTree>
    <p:extLst>
      <p:ext uri="{BB962C8B-B14F-4D97-AF65-F5344CB8AC3E}">
        <p14:creationId xmlns:p14="http://schemas.microsoft.com/office/powerpoint/2010/main" val="3096382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AF947-7EA9-174B-8A0A-91F878A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performance computing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046776D-3347-2C9E-D16F-DB2C87C440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182" t="25638" r="31551" b="9335"/>
          <a:stretch/>
        </p:blipFill>
        <p:spPr>
          <a:xfrm>
            <a:off x="3499562" y="4243754"/>
            <a:ext cx="2326445" cy="2407916"/>
          </a:xfrm>
          <a:prstGeom prst="rect">
            <a:avLst/>
          </a:prstGeom>
        </p:spPr>
      </p:pic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C8001CC-A57E-B7E9-6F6C-5D39AD22A2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11" t="23039" r="14744" b="13003"/>
          <a:stretch/>
        </p:blipFill>
        <p:spPr>
          <a:xfrm>
            <a:off x="2065631" y="1511692"/>
            <a:ext cx="5012737" cy="253182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63E4065-8A2A-C875-FCC0-AB65D0AEEEC1}"/>
              </a:ext>
            </a:extLst>
          </p:cNvPr>
          <p:cNvSpPr/>
          <p:nvPr/>
        </p:nvSpPr>
        <p:spPr>
          <a:xfrm>
            <a:off x="117566" y="6396335"/>
            <a:ext cx="64661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https://www.youtube.com/watch?v=nIBu1EFYmBU</a:t>
            </a:r>
            <a:endParaRPr lang="en-US" sz="1200" dirty="0">
              <a:solidFill>
                <a:schemeClr val="accent2"/>
              </a:solidFill>
            </a:endParaRPr>
          </a:p>
          <a:p>
            <a:endParaRPr lang="en-US" sz="1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6137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77CCC-EE88-458D-F6BB-7D8A76CA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Digital Research Alliance of Canada (Compute Canada)</a:t>
            </a:r>
            <a:endParaRPr lang="en-CA" sz="3600" dirty="0"/>
          </a:p>
        </p:txBody>
      </p:sp>
      <p:pic>
        <p:nvPicPr>
          <p:cNvPr id="1026" name="Picture 2" descr="Please sign in | CCDB">
            <a:extLst>
              <a:ext uri="{FF2B5EF4-FFF2-40B4-BE49-F238E27FC236}">
                <a16:creationId xmlns:a16="http://schemas.microsoft.com/office/drawing/2014/main" id="{69C1859C-1FF4-0941-7BA0-B9139DBACB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87" y="2094439"/>
            <a:ext cx="7886700" cy="100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asyBuild at Compute Canada - EasyBuild tutorial">
            <a:extLst>
              <a:ext uri="{FF2B5EF4-FFF2-40B4-BE49-F238E27FC236}">
                <a16:creationId xmlns:a16="http://schemas.microsoft.com/office/drawing/2014/main" id="{D5626C3F-D0BD-7784-C28B-92C8B624A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3861837"/>
            <a:ext cx="3343275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7CB9A70-BC90-0049-0EE8-346D0EDDC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208" y="3244694"/>
            <a:ext cx="4164142" cy="3123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0148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7B727-024B-F38C-4706-865CC95B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7694"/>
            <a:ext cx="7886700" cy="1325563"/>
          </a:xfrm>
        </p:spPr>
        <p:txBody>
          <a:bodyPr/>
          <a:lstStyle/>
          <a:p>
            <a:r>
              <a:rPr lang="en-US" sz="4400" dirty="0"/>
              <a:t>Digital Research Alliance of Canada (Compute Canada)</a:t>
            </a:r>
            <a:endParaRPr lang="en-C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A6C448-8733-758D-CB83-90C432585E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02681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6155D-B889-198F-76FC-B15B0392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Digital Research Alliance of Canada (Compute Canada)</a:t>
            </a:r>
            <a:endParaRPr lang="en-CA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B05E069-EBB1-E7F9-70A7-24FD6D871B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2679192"/>
          <a:ext cx="7747254" cy="2679190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1227142">
                  <a:extLst>
                    <a:ext uri="{9D8B030D-6E8A-4147-A177-3AD203B41FA5}">
                      <a16:colId xmlns:a16="http://schemas.microsoft.com/office/drawing/2014/main" val="708460282"/>
                    </a:ext>
                  </a:extLst>
                </a:gridCol>
                <a:gridCol w="1788965">
                  <a:extLst>
                    <a:ext uri="{9D8B030D-6E8A-4147-A177-3AD203B41FA5}">
                      <a16:colId xmlns:a16="http://schemas.microsoft.com/office/drawing/2014/main" val="1807522303"/>
                    </a:ext>
                  </a:extLst>
                </a:gridCol>
                <a:gridCol w="2690840">
                  <a:extLst>
                    <a:ext uri="{9D8B030D-6E8A-4147-A177-3AD203B41FA5}">
                      <a16:colId xmlns:a16="http://schemas.microsoft.com/office/drawing/2014/main" val="2481686866"/>
                    </a:ext>
                  </a:extLst>
                </a:gridCol>
                <a:gridCol w="2040307">
                  <a:extLst>
                    <a:ext uri="{9D8B030D-6E8A-4147-A177-3AD203B41FA5}">
                      <a16:colId xmlns:a16="http://schemas.microsoft.com/office/drawing/2014/main" val="4020696640"/>
                    </a:ext>
                  </a:extLst>
                </a:gridCol>
              </a:tblGrid>
              <a:tr h="267919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Feature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Scratch Storage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Nearline Storage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Projects Storage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5186911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Purpose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Temporary, high-performance storage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Long-term, infrequently accessed data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Persistent, project-related storage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9835065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Performance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High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Moderate to Low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Moderate to High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14765717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Capacity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Large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Large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Moderate to Large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35314067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Backup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No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Yes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Yes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27613960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>
                          <a:effectLst/>
                        </a:rPr>
                        <a:t>Purge Policy</a:t>
                      </a:r>
                      <a:endParaRPr lang="en-C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Regular purges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Data retained long-term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u="none" strike="noStrike">
                          <a:effectLst/>
                        </a:rPr>
                        <a:t>Retained throughout project duration</a:t>
                      </a: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6268466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u="none" strike="noStrike" dirty="0">
                          <a:effectLst/>
                        </a:rPr>
                        <a:t>Accessibility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Individual user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Individual user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u="none" strike="noStrike" dirty="0">
                          <a:effectLst/>
                        </a:rPr>
                        <a:t>Shared among project members</a:t>
                      </a: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9833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0666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C549E-0779-4087-CE09-E00548F0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Digital Research Alliance of Canada (Compute Canada)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29908-3B37-BEB1-7915-9DF940FCB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50007"/>
            <a:ext cx="7886700" cy="3826955"/>
          </a:xfrm>
        </p:spPr>
        <p:txBody>
          <a:bodyPr/>
          <a:lstStyle/>
          <a:p>
            <a:r>
              <a:rPr lang="en-US" dirty="0"/>
              <a:t>Overview of some important terms related to the cluster:</a:t>
            </a:r>
            <a:br>
              <a:rPr lang="en-US" dirty="0"/>
            </a:br>
            <a:endParaRPr lang="en-US" dirty="0"/>
          </a:p>
          <a:p>
            <a:pPr lvl="1"/>
            <a:r>
              <a:rPr lang="en-CA" dirty="0">
                <a:solidFill>
                  <a:srgbClr val="7030A0"/>
                </a:solidFill>
              </a:rPr>
              <a:t>Compute Nodes </a:t>
            </a:r>
            <a:r>
              <a:rPr lang="en-CA" dirty="0">
                <a:solidFill>
                  <a:srgbClr val="7030A0"/>
                </a:solidFill>
                <a:sym typeface="Wingdings" panose="05000000000000000000" pitchFamily="2" charset="2"/>
              </a:rPr>
              <a:t> </a:t>
            </a:r>
            <a:r>
              <a:rPr lang="en-CA" b="1" dirty="0">
                <a:solidFill>
                  <a:srgbClr val="7030A0"/>
                </a:solidFill>
                <a:sym typeface="Wingdings" panose="05000000000000000000" pitchFamily="2" charset="2"/>
              </a:rPr>
              <a:t>one node = one computer </a:t>
            </a:r>
          </a:p>
          <a:p>
            <a:pPr lvl="1"/>
            <a:r>
              <a:rPr lang="en-CA" dirty="0">
                <a:solidFill>
                  <a:srgbClr val="11A89F"/>
                </a:solidFill>
                <a:sym typeface="Wingdings" panose="05000000000000000000" pitchFamily="2" charset="2"/>
              </a:rPr>
              <a:t>Job Scheduling System  </a:t>
            </a:r>
            <a:r>
              <a:rPr lang="en-CA" b="1" dirty="0">
                <a:solidFill>
                  <a:srgbClr val="11A89F"/>
                </a:solidFill>
                <a:sym typeface="Wingdings" panose="05000000000000000000" pitchFamily="2" charset="2"/>
              </a:rPr>
              <a:t>SLURM</a:t>
            </a:r>
          </a:p>
          <a:p>
            <a:pPr lvl="1"/>
            <a:r>
              <a:rPr lang="en-CA" dirty="0">
                <a:solidFill>
                  <a:srgbClr val="3394BA"/>
                </a:solidFill>
              </a:rPr>
              <a:t>SLURM job priority </a:t>
            </a:r>
            <a:r>
              <a:rPr lang="en-CA" dirty="0">
                <a:solidFill>
                  <a:srgbClr val="3394BA"/>
                </a:solidFill>
                <a:sym typeface="Wingdings" panose="05000000000000000000" pitchFamily="2" charset="2"/>
              </a:rPr>
              <a:t> </a:t>
            </a:r>
            <a:r>
              <a:rPr lang="en-CA" b="1" dirty="0">
                <a:solidFill>
                  <a:srgbClr val="3394BA"/>
                </a:solidFill>
                <a:sym typeface="Wingdings" panose="05000000000000000000" pitchFamily="2" charset="2"/>
              </a:rPr>
              <a:t>Fairshare</a:t>
            </a:r>
            <a:endParaRPr lang="en-CA" b="1" dirty="0">
              <a:solidFill>
                <a:srgbClr val="3394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0085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982D-2E13-5845-AEBE-B8B5C0D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Connect to a cluster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29CB5D-DE1D-0247-A3D1-CB97046EBAB9}"/>
              </a:ext>
            </a:extLst>
          </p:cNvPr>
          <p:cNvSpPr/>
          <p:nvPr/>
        </p:nvSpPr>
        <p:spPr>
          <a:xfrm>
            <a:off x="2301510" y="1690689"/>
            <a:ext cx="4296049" cy="50301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err="1">
                <a:solidFill>
                  <a:schemeClr val="accent1"/>
                </a:solidFill>
                <a:latin typeface="Menlo" panose="020B0609030804020204" pitchFamily="49" charset="0"/>
              </a:rPr>
              <a:t>ssh</a:t>
            </a:r>
            <a:r>
              <a:rPr lang="en-US" sz="1600">
                <a:solidFill>
                  <a:schemeClr val="accent1"/>
                </a:solidFill>
                <a:latin typeface="Menlo" panose="020B0609030804020204" pitchFamily="49" charset="0"/>
              </a:rPr>
              <a:t> </a:t>
            </a:r>
            <a:r>
              <a:rPr lang="en-US" sz="1600" err="1">
                <a:solidFill>
                  <a:schemeClr val="accent1"/>
                </a:solidFill>
                <a:latin typeface="Menlo" panose="020B0609030804020204" pitchFamily="49" charset="0"/>
              </a:rPr>
              <a:t>user@cluster.computecanada.ca</a:t>
            </a:r>
            <a:endParaRPr lang="en-US" sz="1600">
              <a:solidFill>
                <a:schemeClr val="accent1"/>
              </a:solidFill>
              <a:latin typeface="Menlo" panose="020B0609030804020204" pitchFamily="49" charset="0"/>
            </a:endParaRP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9F0229F-DDCE-B749-B93B-4ECC612A87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585"/>
          <a:stretch/>
        </p:blipFill>
        <p:spPr>
          <a:xfrm>
            <a:off x="839288" y="2688224"/>
            <a:ext cx="7220495" cy="279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105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982D-2E13-5845-AEBE-B8B5C0D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253EA-B773-5E43-8455-477BAB927D75}"/>
              </a:ext>
            </a:extLst>
          </p:cNvPr>
          <p:cNvSpPr txBox="1"/>
          <p:nvPr/>
        </p:nvSpPr>
        <p:spPr>
          <a:xfrm>
            <a:off x="628650" y="1690689"/>
            <a:ext cx="5423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Requesting a computing allocation to execute your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FF710-990C-BCC8-45E9-A3DDFFB7F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4492"/>
            <a:ext cx="9144000" cy="286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7738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982D-2E13-5845-AEBE-B8B5C0D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253EA-B773-5E43-8455-477BAB927D75}"/>
              </a:ext>
            </a:extLst>
          </p:cNvPr>
          <p:cNvSpPr txBox="1"/>
          <p:nvPr/>
        </p:nvSpPr>
        <p:spPr>
          <a:xfrm>
            <a:off x="628650" y="1690689"/>
            <a:ext cx="788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job script that internally behaves like a for loop and submits individual jobs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0A6CE4-A5C3-452D-38D7-FCB8F8191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186"/>
            <a:ext cx="9144000" cy="3126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60B9E8-FC39-61FB-266F-197B096D6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1970"/>
            <a:ext cx="9144000" cy="38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968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982D-2E13-5845-AEBE-B8B5C0D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Jobs - Bonus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253EA-B773-5E43-8455-477BAB927D75}"/>
              </a:ext>
            </a:extLst>
          </p:cNvPr>
          <p:cNvSpPr txBox="1"/>
          <p:nvPr/>
        </p:nvSpPr>
        <p:spPr>
          <a:xfrm>
            <a:off x="628650" y="1486259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You can use the </a:t>
            </a:r>
            <a:r>
              <a:rPr lang="en-US" b="1" dirty="0" err="1">
                <a:solidFill>
                  <a:srgbClr val="0070C0"/>
                </a:solidFill>
              </a:rPr>
              <a:t>sbatch</a:t>
            </a:r>
            <a:r>
              <a:rPr lang="en-US" b="1" dirty="0">
                <a:solidFill>
                  <a:srgbClr val="0070C0"/>
                </a:solidFill>
              </a:rPr>
              <a:t> command with flags without adding parameter directives in a job script.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A17EE3-9768-A581-8BDB-A632AA2DA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0938"/>
            <a:ext cx="9144000" cy="8874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B049D8-D712-D0A3-FFE0-B02B6E6E9DBF}"/>
              </a:ext>
            </a:extLst>
          </p:cNvPr>
          <p:cNvSpPr txBox="1"/>
          <p:nvPr/>
        </p:nvSpPr>
        <p:spPr>
          <a:xfrm>
            <a:off x="628650" y="3972340"/>
            <a:ext cx="788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Then run the command in the terminal as follows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F4CFE8-ABA6-778F-7053-84B45BBE3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15590"/>
            <a:ext cx="9144000" cy="31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649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982D-2E13-5845-AEBE-B8B5C0D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submission/monitoring &amp; Useful commands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29CB5D-DE1D-0247-A3D1-CB97046EBAB9}"/>
              </a:ext>
            </a:extLst>
          </p:cNvPr>
          <p:cNvSpPr/>
          <p:nvPr/>
        </p:nvSpPr>
        <p:spPr>
          <a:xfrm>
            <a:off x="628638" y="2477330"/>
            <a:ext cx="3055090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</a:rPr>
              <a:t>squeue -u ${USER}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7FB048D-C7C5-804B-8B1B-EBAF9D4EED2F}"/>
              </a:ext>
            </a:extLst>
          </p:cNvPr>
          <p:cNvSpPr/>
          <p:nvPr/>
        </p:nvSpPr>
        <p:spPr>
          <a:xfrm>
            <a:off x="628637" y="1901233"/>
            <a:ext cx="3055090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Menlo" panose="020B0609030804020204" pitchFamily="49" charset="0"/>
              </a:rPr>
              <a:t>sbatch</a:t>
            </a:r>
            <a:r>
              <a:rPr lang="en-US" sz="1400" dirty="0">
                <a:solidFill>
                  <a:schemeClr val="bg1"/>
                </a:solidFill>
                <a:latin typeface="Menlo" panose="020B0609030804020204" pitchFamily="49" charset="0"/>
              </a:rPr>
              <a:t> job_script.slurm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E54F32-6A58-4043-87A1-E12A82F4E9E0}"/>
              </a:ext>
            </a:extLst>
          </p:cNvPr>
          <p:cNvSpPr/>
          <p:nvPr/>
        </p:nvSpPr>
        <p:spPr>
          <a:xfrm>
            <a:off x="628643" y="3618569"/>
            <a:ext cx="3055092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</a:rPr>
              <a:t>scancel [PID]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DC6CEF-E9BE-D041-BFBE-AC8D8F9DADE6}"/>
              </a:ext>
            </a:extLst>
          </p:cNvPr>
          <p:cNvSpPr/>
          <p:nvPr/>
        </p:nvSpPr>
        <p:spPr>
          <a:xfrm>
            <a:off x="628639" y="4194338"/>
            <a:ext cx="3055093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bg1"/>
                </a:solidFill>
                <a:latin typeface="Menlo" panose="020B0609030804020204" pitchFamily="49" charset="0"/>
              </a:rPr>
              <a:t>scancel -u ${USER}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3400347-76F0-A84B-9755-8769CC613467}"/>
              </a:ext>
            </a:extLst>
          </p:cNvPr>
          <p:cNvSpPr/>
          <p:nvPr/>
        </p:nvSpPr>
        <p:spPr>
          <a:xfrm>
            <a:off x="3801291" y="1901233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Submit a job using a job script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77E4D4D-DCBE-E543-9504-DEADBAF21788}"/>
              </a:ext>
            </a:extLst>
          </p:cNvPr>
          <p:cNvSpPr/>
          <p:nvPr/>
        </p:nvSpPr>
        <p:spPr>
          <a:xfrm>
            <a:off x="3801292" y="2495067"/>
            <a:ext cx="4859382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List all the processes of $USER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98A6CC0-5648-D54A-9EE8-17AE0EF6F7D0}"/>
              </a:ext>
            </a:extLst>
          </p:cNvPr>
          <p:cNvSpPr/>
          <p:nvPr/>
        </p:nvSpPr>
        <p:spPr>
          <a:xfrm>
            <a:off x="3801291" y="3618568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Cancel a process using its process ID (PID)</a:t>
            </a:r>
            <a:endParaRPr lang="en-US" sz="1400" b="1" dirty="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860FA89-928A-2344-AAAD-F3E0FAF09546}"/>
              </a:ext>
            </a:extLst>
          </p:cNvPr>
          <p:cNvSpPr/>
          <p:nvPr/>
        </p:nvSpPr>
        <p:spPr>
          <a:xfrm>
            <a:off x="3801291" y="4199339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Cancel all processes that belong to $USER</a:t>
            </a:r>
            <a:endParaRPr lang="en-US" sz="1400" b="1" dirty="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04B1E934-7544-9216-DCBD-F6CC54C198E5}"/>
              </a:ext>
            </a:extLst>
          </p:cNvPr>
          <p:cNvSpPr/>
          <p:nvPr/>
        </p:nvSpPr>
        <p:spPr>
          <a:xfrm>
            <a:off x="625591" y="4794794"/>
            <a:ext cx="3055093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Menlo" panose="020B0609030804020204" pitchFamily="49" charset="0"/>
              </a:rPr>
              <a:t>quota –s </a:t>
            </a:r>
          </a:p>
        </p:txBody>
      </p:sp>
      <p:sp>
        <p:nvSpPr>
          <p:cNvPr id="4" name="Rounded Rectangle 19">
            <a:extLst>
              <a:ext uri="{FF2B5EF4-FFF2-40B4-BE49-F238E27FC236}">
                <a16:creationId xmlns:a16="http://schemas.microsoft.com/office/drawing/2014/main" id="{231C4758-DE76-1CFB-4266-6E95EC215AEE}"/>
              </a:ext>
            </a:extLst>
          </p:cNvPr>
          <p:cNvSpPr/>
          <p:nvPr/>
        </p:nvSpPr>
        <p:spPr>
          <a:xfrm>
            <a:off x="3798243" y="4799795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</a:rPr>
              <a:t>Check your home directory usage and quota</a:t>
            </a:r>
            <a:endParaRPr lang="en-US" sz="1400" b="1" dirty="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91262C54-0BCC-DBA2-70EE-C6994FE9B608}"/>
              </a:ext>
            </a:extLst>
          </p:cNvPr>
          <p:cNvSpPr/>
          <p:nvPr/>
        </p:nvSpPr>
        <p:spPr>
          <a:xfrm>
            <a:off x="640831" y="5395250"/>
            <a:ext cx="3055093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Menlo" panose="020B0609030804020204" pitchFamily="49" charset="0"/>
              </a:rPr>
              <a:t>quota --</a:t>
            </a:r>
            <a:r>
              <a:rPr lang="en-US" sz="1400" dirty="0" err="1">
                <a:solidFill>
                  <a:schemeClr val="bg1"/>
                </a:solidFill>
                <a:latin typeface="Menlo" panose="020B0609030804020204" pitchFamily="49" charset="0"/>
              </a:rPr>
              <a:t>per_user</a:t>
            </a:r>
            <a:endParaRPr lang="en-US" sz="1400" dirty="0">
              <a:solidFill>
                <a:schemeClr val="bg1"/>
              </a:solidFill>
              <a:latin typeface="Menlo" panose="020B0609030804020204" pitchFamily="49" charset="0"/>
            </a:endParaRPr>
          </a:p>
        </p:txBody>
      </p:sp>
      <p:sp>
        <p:nvSpPr>
          <p:cNvPr id="9" name="Rounded Rectangle 19">
            <a:extLst>
              <a:ext uri="{FF2B5EF4-FFF2-40B4-BE49-F238E27FC236}">
                <a16:creationId xmlns:a16="http://schemas.microsoft.com/office/drawing/2014/main" id="{2D10C2BA-E2CF-BAC4-AC30-96F9239E39EF}"/>
              </a:ext>
            </a:extLst>
          </p:cNvPr>
          <p:cNvSpPr/>
          <p:nvPr/>
        </p:nvSpPr>
        <p:spPr>
          <a:xfrm>
            <a:off x="3813483" y="5400251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</a:rPr>
              <a:t>Check all users’ usage and quota</a:t>
            </a:r>
            <a:endParaRPr lang="en-US" sz="1400" b="1" dirty="0">
              <a:solidFill>
                <a:schemeClr val="tx1"/>
              </a:solidFill>
              <a:latin typeface="+mj-lt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B2E09988-2C46-1482-F417-359D87C4F2F5}"/>
              </a:ext>
            </a:extLst>
          </p:cNvPr>
          <p:cNvSpPr/>
          <p:nvPr/>
        </p:nvSpPr>
        <p:spPr>
          <a:xfrm>
            <a:off x="634733" y="3050329"/>
            <a:ext cx="3055090" cy="503013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Menlo" panose="020B0609030804020204" pitchFamily="49" charset="0"/>
              </a:rPr>
              <a:t>sq</a:t>
            </a:r>
          </a:p>
        </p:txBody>
      </p: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CB6ADC9A-603C-328C-E018-E0C0223A0C3E}"/>
              </a:ext>
            </a:extLst>
          </p:cNvPr>
          <p:cNvSpPr/>
          <p:nvPr/>
        </p:nvSpPr>
        <p:spPr>
          <a:xfrm>
            <a:off x="3807387" y="3050329"/>
            <a:ext cx="4859383" cy="5030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ea typeface="Menlo" panose="020B0609030804020204" pitchFamily="49" charset="0"/>
                <a:cs typeface="Menlo" panose="020B0609030804020204" pitchFamily="49" charset="0"/>
              </a:rPr>
              <a:t>Same as above but shorter</a:t>
            </a:r>
          </a:p>
        </p:txBody>
      </p:sp>
    </p:spTree>
    <p:extLst>
      <p:ext uri="{BB962C8B-B14F-4D97-AF65-F5344CB8AC3E}">
        <p14:creationId xmlns:p14="http://schemas.microsoft.com/office/powerpoint/2010/main" val="22692837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99505-9A96-DFF8-9E7E-4EE316920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1CB02-4BC5-AC5E-F3F4-F7B85A1A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01" y="386660"/>
            <a:ext cx="7886700" cy="1325565"/>
          </a:xfrm>
        </p:spPr>
        <p:txBody>
          <a:bodyPr/>
          <a:lstStyle/>
          <a:p>
            <a:r>
              <a:rPr lang="en-US" sz="4400" dirty="0">
                <a:latin typeface="Helvetica"/>
                <a:cs typeface="Helvetica"/>
              </a:rPr>
              <a:t> To summarize</a:t>
            </a:r>
            <a:endParaRPr lang="en-US" sz="4400" dirty="0">
              <a:latin typeface="Helvetica" pitchFamily="2" charset="0"/>
              <a:cs typeface="Helvetic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27CD-44E4-0B8C-6F80-0467B03C0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699" y="1797191"/>
            <a:ext cx="7378018" cy="43513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sz="1800" dirty="0">
                <a:latin typeface="Helvetica" pitchFamily="2" charset="0"/>
              </a:rPr>
              <a:t>UNIX is an operating system with two parts: the kernel and the shell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sz="1800" dirty="0">
                <a:latin typeface="Helvetica" pitchFamily="2" charset="0"/>
              </a:rPr>
              <a:t>The shell (terminal) contains many built-in programs called commands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sz="1800" dirty="0">
                <a:latin typeface="Helvetica" pitchFamily="2" charset="0"/>
              </a:rPr>
              <a:t>Commands allow the user to perform operations on files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CA" sz="1800" dirty="0">
              <a:latin typeface="Helvetica"/>
              <a:ea typeface="Calibri"/>
              <a:cs typeface="Helvetica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</a:rPr>
              <a:t>Now you are ready to: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Automate file management operations 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Extract relevant information from files without opening them</a:t>
            </a:r>
            <a:endParaRPr lang="en-CA" sz="1800" dirty="0">
              <a:latin typeface="Helvetica" pitchFamily="2" charset="0"/>
              <a:ea typeface="Arial" panose="020B0604020202020204" pitchFamily="34" charset="0"/>
              <a:cs typeface="Helvetica"/>
            </a:endParaRP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Create pipelines that connect multiple tools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Determine which data structures are more appropriate for use</a:t>
            </a:r>
            <a:endParaRPr lang="en-CA" sz="1800" dirty="0">
              <a:latin typeface="Helvetica" pitchFamily="2" charset="0"/>
              <a:ea typeface="Arial" panose="020B0604020202020204" pitchFamily="34" charset="0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6925972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68FEB-B9FE-4D0B-EAD8-320864A7C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FF5B-3EF5-C2F2-FA72-FF975394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>
                <a:latin typeface="Helvetica" pitchFamily="2" charset="0"/>
              </a:rPr>
              <a:t>Thank you for attending!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18B8C-3CE8-EC85-0E35-761C6FE72D75}"/>
              </a:ext>
            </a:extLst>
          </p:cNvPr>
          <p:cNvSpPr txBox="1"/>
          <p:nvPr/>
        </p:nvSpPr>
        <p:spPr>
          <a:xfrm>
            <a:off x="540553" y="5081109"/>
            <a:ext cx="223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 lvl="1" algn="ctr"/>
            <a:r>
              <a:rPr lang="en-CA" sz="1600">
                <a:latin typeface="Helvetica" pitchFamily="2" charset="0"/>
              </a:rPr>
              <a:t>Scan the QR code to confirm you attended today’s workshop.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C4177-7A6A-3228-D13E-8D8D491E3B66}"/>
              </a:ext>
            </a:extLst>
          </p:cNvPr>
          <p:cNvSpPr txBox="1"/>
          <p:nvPr/>
        </p:nvSpPr>
        <p:spPr>
          <a:xfrm>
            <a:off x="3555521" y="5087164"/>
            <a:ext cx="1866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>
                <a:latin typeface="Helvetica" pitchFamily="2" charset="0"/>
              </a:rPr>
              <a:t>Fill out the feedback survey in the next 72h.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3F4E-A6C7-623C-000A-AFE4DC35F391}"/>
              </a:ext>
            </a:extLst>
          </p:cNvPr>
          <p:cNvSpPr txBox="1"/>
          <p:nvPr/>
        </p:nvSpPr>
        <p:spPr>
          <a:xfrm>
            <a:off x="5970821" y="5081109"/>
            <a:ext cx="26959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>
                <a:latin typeface="Helvetica" pitchFamily="2" charset="0"/>
              </a:rPr>
              <a:t>Get recognition for this workshop on your </a:t>
            </a:r>
          </a:p>
          <a:p>
            <a:pPr algn="ctr"/>
            <a:r>
              <a:rPr lang="en-CA" sz="1600">
                <a:latin typeface="Helvetica" pitchFamily="2" charset="0"/>
              </a:rPr>
              <a:t>co-curricular record.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E9E89A-9BA6-3AAB-3BAA-6D568C7FCBDC}"/>
              </a:ext>
            </a:extLst>
          </p:cNvPr>
          <p:cNvSpPr>
            <a:spLocks noChangeAspect="1"/>
          </p:cNvSpPr>
          <p:nvPr/>
        </p:nvSpPr>
        <p:spPr>
          <a:xfrm>
            <a:off x="1298705" y="1853639"/>
            <a:ext cx="720000" cy="686283"/>
          </a:xfrm>
          <a:prstGeom prst="ellipse">
            <a:avLst/>
          </a:prstGeom>
          <a:solidFill>
            <a:srgbClr val="13A89E">
              <a:alpha val="4941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8BD4B01-D225-ABBC-FC06-94740B7C1C09}"/>
              </a:ext>
            </a:extLst>
          </p:cNvPr>
          <p:cNvSpPr>
            <a:spLocks noChangeAspect="1"/>
          </p:cNvSpPr>
          <p:nvPr/>
        </p:nvSpPr>
        <p:spPr>
          <a:xfrm>
            <a:off x="4128760" y="1853639"/>
            <a:ext cx="720000" cy="686283"/>
          </a:xfrm>
          <a:prstGeom prst="ellipse">
            <a:avLst/>
          </a:prstGeom>
          <a:solidFill>
            <a:srgbClr val="13A89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C23CB21-918C-672F-2060-95BFC7AAA80D}"/>
              </a:ext>
            </a:extLst>
          </p:cNvPr>
          <p:cNvSpPr>
            <a:spLocks noChangeAspect="1"/>
          </p:cNvSpPr>
          <p:nvPr/>
        </p:nvSpPr>
        <p:spPr>
          <a:xfrm>
            <a:off x="6958815" y="1837130"/>
            <a:ext cx="720000" cy="686283"/>
          </a:xfrm>
          <a:prstGeom prst="ellipse">
            <a:avLst/>
          </a:prstGeom>
          <a:solidFill>
            <a:srgbClr val="13A8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3</a:t>
            </a:r>
          </a:p>
        </p:txBody>
      </p:sp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FD801F22-EBBA-51DF-6085-457F4337FE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5521" y="2880306"/>
            <a:ext cx="1866473" cy="1866473"/>
          </a:xfrm>
          <a:prstGeom prst="rect">
            <a:avLst/>
          </a:prstGeom>
        </p:spPr>
      </p:pic>
      <p:pic>
        <p:nvPicPr>
          <p:cNvPr id="1026" name="Picture 2" descr="Co-curricular record approval logo">
            <a:extLst>
              <a:ext uri="{FF2B5EF4-FFF2-40B4-BE49-F238E27FC236}">
                <a16:creationId xmlns:a16="http://schemas.microsoft.com/office/drawing/2014/main" id="{AE67B4F9-38F1-CC00-59E3-3B1460639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815" y="3051542"/>
            <a:ext cx="2032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71DE08-3201-994C-84B5-0BEEC8C8F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979825"/>
            <a:ext cx="1855398" cy="187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3872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81" y="1337380"/>
            <a:ext cx="7886700" cy="626301"/>
          </a:xfrm>
        </p:spPr>
        <p:txBody>
          <a:bodyPr>
            <a:normAutofit/>
          </a:bodyPr>
          <a:lstStyle/>
          <a:p>
            <a:r>
              <a:rPr lang="en-CA" sz="2800" dirty="0"/>
              <a:t>Datasets 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26AD8-EC48-934D-AAD5-CDCBD7BDA8AE}"/>
              </a:ext>
            </a:extLst>
          </p:cNvPr>
          <p:cNvSpPr txBox="1"/>
          <p:nvPr/>
        </p:nvSpPr>
        <p:spPr>
          <a:xfrm>
            <a:off x="518481" y="2828835"/>
            <a:ext cx="6531428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Hands on 1 – Cars dataset</a:t>
            </a:r>
          </a:p>
          <a:p>
            <a:r>
              <a:rPr lang="en-US" dirty="0">
                <a:solidFill>
                  <a:srgbClr val="3394B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https://perso.telecom-paristech.fr/eagan/class/igr204/datasets</a:t>
            </a:r>
            <a:r>
              <a:rPr lang="en-US" dirty="0">
                <a:solidFill>
                  <a:srgbClr val="3394BA"/>
                </a:solidFill>
              </a:rPr>
              <a:t> </a:t>
            </a:r>
          </a:p>
          <a:p>
            <a:r>
              <a:rPr lang="en-US" dirty="0"/>
              <a:t>Hands on 2 – Happiness surveys dataset</a:t>
            </a:r>
          </a:p>
          <a:p>
            <a:r>
              <a:rPr lang="en-US" dirty="0">
                <a:solidFill>
                  <a:srgbClr val="3394B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https://perso.telecom-paristech.fr/eagan/class/igr204/datasets</a:t>
            </a:r>
            <a:endParaRPr lang="en-US" dirty="0">
              <a:solidFill>
                <a:srgbClr val="3394BA"/>
              </a:solidFill>
            </a:endParaRPr>
          </a:p>
          <a:p>
            <a:endParaRPr lang="en-US" dirty="0">
              <a:solidFill>
                <a:srgbClr val="3394BA"/>
              </a:solidFill>
            </a:endParaRPr>
          </a:p>
          <a:p>
            <a:endParaRPr lang="en-US" dirty="0">
              <a:solidFill>
                <a:srgbClr val="3394BA"/>
              </a:solidFill>
            </a:endParaRPr>
          </a:p>
          <a:p>
            <a:r>
              <a:rPr lang="en-US" b="1" dirty="0"/>
              <a:t>Resources </a:t>
            </a:r>
          </a:p>
          <a:p>
            <a:r>
              <a:rPr lang="en-US" dirty="0">
                <a:solidFill>
                  <a:srgbClr val="3394BA"/>
                </a:solidFill>
                <a:hlinkClick r:id="rId4"/>
              </a:rPr>
              <a:t>UNIX cheatsheet</a:t>
            </a:r>
            <a:endParaRPr lang="en-US" dirty="0">
              <a:solidFill>
                <a:srgbClr val="3394BA"/>
              </a:solidFill>
            </a:endParaRPr>
          </a:p>
          <a:p>
            <a:endParaRPr lang="en-US" dirty="0">
              <a:solidFill>
                <a:srgbClr val="3394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7864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1399</TotalTime>
  <Words>4797</Words>
  <Application>Microsoft Office PowerPoint</Application>
  <PresentationFormat>On-screen Show (4:3)</PresentationFormat>
  <Paragraphs>810</Paragraphs>
  <Slides>78</Slides>
  <Notes>32</Notes>
  <HiddenSlides>10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93" baseType="lpstr">
      <vt:lpstr>Aptos</vt:lpstr>
      <vt:lpstr>Aptos Narrow</vt:lpstr>
      <vt:lpstr>Arial</vt:lpstr>
      <vt:lpstr>Bangla Sangam MN</vt:lpstr>
      <vt:lpstr>Calibri</vt:lpstr>
      <vt:lpstr>Calibri Light</vt:lpstr>
      <vt:lpstr>Consolas</vt:lpstr>
      <vt:lpstr>Courier New</vt:lpstr>
      <vt:lpstr>Helvetica</vt:lpstr>
      <vt:lpstr>Helvetica Light</vt:lpstr>
      <vt:lpstr>McgillSans-Regular</vt:lpstr>
      <vt:lpstr>Menlo</vt:lpstr>
      <vt:lpstr>Open Sans Light</vt:lpstr>
      <vt:lpstr>Wingdings</vt:lpstr>
      <vt:lpstr>Thème Office</vt:lpstr>
      <vt:lpstr>Intro to Unix</vt:lpstr>
      <vt:lpstr>PowerPoint Presentation</vt:lpstr>
      <vt:lpstr>PowerPoint Presentation</vt:lpstr>
      <vt:lpstr>Outline</vt:lpstr>
      <vt:lpstr>Module 1</vt:lpstr>
      <vt:lpstr>UNIX Operating system</vt:lpstr>
      <vt:lpstr>Parts</vt:lpstr>
      <vt:lpstr>Files</vt:lpstr>
      <vt:lpstr>Processes</vt:lpstr>
      <vt:lpstr>PowerPoint Presentation</vt:lpstr>
      <vt:lpstr>File system structure</vt:lpstr>
      <vt:lpstr>File system structure</vt:lpstr>
      <vt:lpstr>The terminal</vt:lpstr>
      <vt:lpstr>Keyboard shortcuts</vt:lpstr>
      <vt:lpstr>Unix commands</vt:lpstr>
      <vt:lpstr>Basic commands</vt:lpstr>
      <vt:lpstr>Basic commands</vt:lpstr>
      <vt:lpstr>Special characters</vt:lpstr>
      <vt:lpstr>File permissions</vt:lpstr>
      <vt:lpstr>File management commands</vt:lpstr>
      <vt:lpstr>File management commands</vt:lpstr>
      <vt:lpstr>How to edit files in the terminal</vt:lpstr>
      <vt:lpstr>PowerPoint Presentation</vt:lpstr>
      <vt:lpstr>File management commands</vt:lpstr>
      <vt:lpstr>File management commands</vt:lpstr>
      <vt:lpstr>Text processing commands</vt:lpstr>
      <vt:lpstr>Bonus skill</vt:lpstr>
      <vt:lpstr>Create your own commands</vt:lpstr>
      <vt:lpstr>Hands on 1</vt:lpstr>
      <vt:lpstr>PowerPoint Presentation</vt:lpstr>
      <vt:lpstr>PowerPoint Presentation</vt:lpstr>
      <vt:lpstr>Module 2</vt:lpstr>
      <vt:lpstr>Pipes</vt:lpstr>
      <vt:lpstr>Redirect output</vt:lpstr>
      <vt:lpstr>Variables</vt:lpstr>
      <vt:lpstr>Global variable</vt:lpstr>
      <vt:lpstr>Shell variables</vt:lpstr>
      <vt:lpstr>Environment variables</vt:lpstr>
      <vt:lpstr>Variable expansions</vt:lpstr>
      <vt:lpstr>Variable expansions</vt:lpstr>
      <vt:lpstr>Variable expansions</vt:lpstr>
      <vt:lpstr>Groupings</vt:lpstr>
      <vt:lpstr>Example</vt:lpstr>
      <vt:lpstr>Pattern matching</vt:lpstr>
      <vt:lpstr>Regular expressions</vt:lpstr>
      <vt:lpstr>Regular expressions</vt:lpstr>
      <vt:lpstr>Example</vt:lpstr>
      <vt:lpstr>Bonus skills</vt:lpstr>
      <vt:lpstr>awk</vt:lpstr>
      <vt:lpstr>Example</vt:lpstr>
      <vt:lpstr>sed</vt:lpstr>
      <vt:lpstr>Examples</vt:lpstr>
      <vt:lpstr>Hands on 2.1</vt:lpstr>
      <vt:lpstr>PowerPoint Presentation</vt:lpstr>
      <vt:lpstr>Hands on 2.2</vt:lpstr>
      <vt:lpstr>PowerPoint Presentation</vt:lpstr>
      <vt:lpstr>What will happen?</vt:lpstr>
      <vt:lpstr>Module 3</vt:lpstr>
      <vt:lpstr>For loop</vt:lpstr>
      <vt:lpstr>Conditional statements</vt:lpstr>
      <vt:lpstr>Operators for variables</vt:lpstr>
      <vt:lpstr>Operators for arithmetic operations</vt:lpstr>
      <vt:lpstr>Operators for files</vt:lpstr>
      <vt:lpstr>Hands on 3.1  and solution</vt:lpstr>
      <vt:lpstr>PowerPoint Presentation</vt:lpstr>
      <vt:lpstr>High performance computing</vt:lpstr>
      <vt:lpstr>Digital Research Alliance of Canada (Compute Canada)</vt:lpstr>
      <vt:lpstr>Digital Research Alliance of Canada (Compute Canada)</vt:lpstr>
      <vt:lpstr>Digital Research Alliance of Canada (Compute Canada)</vt:lpstr>
      <vt:lpstr>Digital Research Alliance of Canada (Compute Canada)</vt:lpstr>
      <vt:lpstr>Connect to a cluster</vt:lpstr>
      <vt:lpstr>Jobs</vt:lpstr>
      <vt:lpstr>Job arrays</vt:lpstr>
      <vt:lpstr>Jobs - Bonus</vt:lpstr>
      <vt:lpstr>Job submission/monitoring &amp; Useful commands</vt:lpstr>
      <vt:lpstr> To summarize</vt:lpstr>
      <vt:lpstr>Thank you for attending!</vt:lpstr>
      <vt:lpstr>Datasets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Georgi Merhi</cp:lastModifiedBy>
  <cp:revision>155</cp:revision>
  <dcterms:created xsi:type="dcterms:W3CDTF">2019-07-29T14:54:16Z</dcterms:created>
  <dcterms:modified xsi:type="dcterms:W3CDTF">2026-09-24T23:22:40Z</dcterms:modified>
</cp:coreProperties>
</file>